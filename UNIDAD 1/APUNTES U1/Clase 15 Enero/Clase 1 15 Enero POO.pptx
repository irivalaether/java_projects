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74" r:id="rId8"/>
    <p:sldId id="263" r:id="rId9"/>
    <p:sldId id="275" r:id="rId10"/>
  </p:sldIdLst>
  <p:sldSz cx="13468350" cy="7524750"/>
  <p:notesSz cx="6858000" cy="9144000"/>
  <p:defaultTextStyle>
    <a:defPPr>
      <a:defRPr lang="es-MX"/>
    </a:defPPr>
    <a:lvl1pPr marL="0" algn="l" defTabSz="1007669" rtl="0" eaLnBrk="1" latinLnBrk="0" hangingPunct="1">
      <a:defRPr sz="1984" kern="1200">
        <a:solidFill>
          <a:schemeClr val="tx1"/>
        </a:solidFill>
        <a:latin typeface="+mn-lt"/>
        <a:ea typeface="+mn-ea"/>
        <a:cs typeface="+mn-cs"/>
      </a:defRPr>
    </a:lvl1pPr>
    <a:lvl2pPr marL="503834" algn="l" defTabSz="1007669" rtl="0" eaLnBrk="1" latinLnBrk="0" hangingPunct="1">
      <a:defRPr sz="1984" kern="1200">
        <a:solidFill>
          <a:schemeClr val="tx1"/>
        </a:solidFill>
        <a:latin typeface="+mn-lt"/>
        <a:ea typeface="+mn-ea"/>
        <a:cs typeface="+mn-cs"/>
      </a:defRPr>
    </a:lvl2pPr>
    <a:lvl3pPr marL="1007669" algn="l" defTabSz="1007669" rtl="0" eaLnBrk="1" latinLnBrk="0" hangingPunct="1">
      <a:defRPr sz="1984" kern="1200">
        <a:solidFill>
          <a:schemeClr val="tx1"/>
        </a:solidFill>
        <a:latin typeface="+mn-lt"/>
        <a:ea typeface="+mn-ea"/>
        <a:cs typeface="+mn-cs"/>
      </a:defRPr>
    </a:lvl3pPr>
    <a:lvl4pPr marL="1511503" algn="l" defTabSz="1007669" rtl="0" eaLnBrk="1" latinLnBrk="0" hangingPunct="1">
      <a:defRPr sz="1984" kern="1200">
        <a:solidFill>
          <a:schemeClr val="tx1"/>
        </a:solidFill>
        <a:latin typeface="+mn-lt"/>
        <a:ea typeface="+mn-ea"/>
        <a:cs typeface="+mn-cs"/>
      </a:defRPr>
    </a:lvl4pPr>
    <a:lvl5pPr marL="2015338" algn="l" defTabSz="1007669" rtl="0" eaLnBrk="1" latinLnBrk="0" hangingPunct="1">
      <a:defRPr sz="1984" kern="1200">
        <a:solidFill>
          <a:schemeClr val="tx1"/>
        </a:solidFill>
        <a:latin typeface="+mn-lt"/>
        <a:ea typeface="+mn-ea"/>
        <a:cs typeface="+mn-cs"/>
      </a:defRPr>
    </a:lvl5pPr>
    <a:lvl6pPr marL="2519172" algn="l" defTabSz="1007669" rtl="0" eaLnBrk="1" latinLnBrk="0" hangingPunct="1">
      <a:defRPr sz="1984" kern="1200">
        <a:solidFill>
          <a:schemeClr val="tx1"/>
        </a:solidFill>
        <a:latin typeface="+mn-lt"/>
        <a:ea typeface="+mn-ea"/>
        <a:cs typeface="+mn-cs"/>
      </a:defRPr>
    </a:lvl6pPr>
    <a:lvl7pPr marL="3023006" algn="l" defTabSz="1007669" rtl="0" eaLnBrk="1" latinLnBrk="0" hangingPunct="1">
      <a:defRPr sz="1984" kern="1200">
        <a:solidFill>
          <a:schemeClr val="tx1"/>
        </a:solidFill>
        <a:latin typeface="+mn-lt"/>
        <a:ea typeface="+mn-ea"/>
        <a:cs typeface="+mn-cs"/>
      </a:defRPr>
    </a:lvl7pPr>
    <a:lvl8pPr marL="3526841" algn="l" defTabSz="1007669" rtl="0" eaLnBrk="1" latinLnBrk="0" hangingPunct="1">
      <a:defRPr sz="1984" kern="1200">
        <a:solidFill>
          <a:schemeClr val="tx1"/>
        </a:solidFill>
        <a:latin typeface="+mn-lt"/>
        <a:ea typeface="+mn-ea"/>
        <a:cs typeface="+mn-cs"/>
      </a:defRPr>
    </a:lvl8pPr>
    <a:lvl9pPr marL="4030675" algn="l" defTabSz="1007669" rtl="0" eaLnBrk="1" latinLnBrk="0" hangingPunct="1">
      <a:defRPr sz="19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ntoto Gonzalez Adriana" initials="MGA" lastIdx="1" clrIdx="0">
    <p:extLst>
      <p:ext uri="{19B8F6BF-5375-455C-9EA6-DF929625EA0E}">
        <p15:presenceInfo xmlns:p15="http://schemas.microsoft.com/office/powerpoint/2012/main" userId="Montoto Gonzalez Adria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5001"/>
    <a:srgbClr val="002DA4"/>
    <a:srgbClr val="00239C"/>
    <a:srgbClr val="000C89"/>
    <a:srgbClr val="005E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67" d="100"/>
          <a:sy n="67" d="100"/>
        </p:scale>
        <p:origin x="3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3544" y="1231482"/>
            <a:ext cx="10101263" cy="2619728"/>
          </a:xfrm>
        </p:spPr>
        <p:txBody>
          <a:bodyPr anchor="b"/>
          <a:lstStyle>
            <a:lvl1pPr algn="ctr">
              <a:defRPr sz="658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3544" y="3952236"/>
            <a:ext cx="10101263" cy="1816739"/>
          </a:xfrm>
        </p:spPr>
        <p:txBody>
          <a:bodyPr/>
          <a:lstStyle>
            <a:lvl1pPr marL="0" indent="0" algn="ctr">
              <a:buNone/>
              <a:defRPr sz="2633"/>
            </a:lvl1pPr>
            <a:lvl2pPr marL="501640" indent="0" algn="ctr">
              <a:buNone/>
              <a:defRPr sz="2194"/>
            </a:lvl2pPr>
            <a:lvl3pPr marL="1003280" indent="0" algn="ctr">
              <a:buNone/>
              <a:defRPr sz="1975"/>
            </a:lvl3pPr>
            <a:lvl4pPr marL="1504920" indent="0" algn="ctr">
              <a:buNone/>
              <a:defRPr sz="1756"/>
            </a:lvl4pPr>
            <a:lvl5pPr marL="2006559" indent="0" algn="ctr">
              <a:buNone/>
              <a:defRPr sz="1756"/>
            </a:lvl5pPr>
            <a:lvl6pPr marL="2508199" indent="0" algn="ctr">
              <a:buNone/>
              <a:defRPr sz="1756"/>
            </a:lvl6pPr>
            <a:lvl7pPr marL="3009839" indent="0" algn="ctr">
              <a:buNone/>
              <a:defRPr sz="1756"/>
            </a:lvl7pPr>
            <a:lvl8pPr marL="3511479" indent="0" algn="ctr">
              <a:buNone/>
              <a:defRPr sz="1756"/>
            </a:lvl8pPr>
            <a:lvl9pPr marL="4013119" indent="0" algn="ctr">
              <a:buNone/>
              <a:defRPr sz="175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19FD-0D92-4864-BD68-C806976CD254}" type="datetimeFigureOut">
              <a:rPr lang="es-MX" smtClean="0"/>
              <a:t>13/01/2024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621F-E48F-46CC-B249-81A3C6F983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158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19FD-0D92-4864-BD68-C806976CD254}" type="datetimeFigureOut">
              <a:rPr lang="es-MX" smtClean="0"/>
              <a:t>13/01/2024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621F-E48F-46CC-B249-81A3C6F983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564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8934" y="1875963"/>
            <a:ext cx="11616452" cy="3130086"/>
          </a:xfrm>
        </p:spPr>
        <p:txBody>
          <a:bodyPr anchor="b"/>
          <a:lstStyle>
            <a:lvl1pPr>
              <a:defRPr sz="658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934" y="5035661"/>
            <a:ext cx="11616452" cy="1646039"/>
          </a:xfrm>
        </p:spPr>
        <p:txBody>
          <a:bodyPr/>
          <a:lstStyle>
            <a:lvl1pPr marL="0" indent="0">
              <a:buNone/>
              <a:defRPr sz="2633">
                <a:solidFill>
                  <a:schemeClr val="tx1">
                    <a:tint val="75000"/>
                  </a:schemeClr>
                </a:solidFill>
              </a:defRPr>
            </a:lvl1pPr>
            <a:lvl2pPr marL="50164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2pPr>
            <a:lvl3pPr marL="1003280" indent="0">
              <a:buNone/>
              <a:defRPr sz="1975">
                <a:solidFill>
                  <a:schemeClr val="tx1">
                    <a:tint val="75000"/>
                  </a:schemeClr>
                </a:solidFill>
              </a:defRPr>
            </a:lvl3pPr>
            <a:lvl4pPr marL="1504920" indent="0">
              <a:buNone/>
              <a:defRPr sz="1756">
                <a:solidFill>
                  <a:schemeClr val="tx1">
                    <a:tint val="75000"/>
                  </a:schemeClr>
                </a:solidFill>
              </a:defRPr>
            </a:lvl4pPr>
            <a:lvl5pPr marL="2006559" indent="0">
              <a:buNone/>
              <a:defRPr sz="1756">
                <a:solidFill>
                  <a:schemeClr val="tx1">
                    <a:tint val="75000"/>
                  </a:schemeClr>
                </a:solidFill>
              </a:defRPr>
            </a:lvl5pPr>
            <a:lvl6pPr marL="2508199" indent="0">
              <a:buNone/>
              <a:defRPr sz="1756">
                <a:solidFill>
                  <a:schemeClr val="tx1">
                    <a:tint val="75000"/>
                  </a:schemeClr>
                </a:solidFill>
              </a:defRPr>
            </a:lvl6pPr>
            <a:lvl7pPr marL="3009839" indent="0">
              <a:buNone/>
              <a:defRPr sz="1756">
                <a:solidFill>
                  <a:schemeClr val="tx1">
                    <a:tint val="75000"/>
                  </a:schemeClr>
                </a:solidFill>
              </a:defRPr>
            </a:lvl7pPr>
            <a:lvl8pPr marL="3511479" indent="0">
              <a:buNone/>
              <a:defRPr sz="1756">
                <a:solidFill>
                  <a:schemeClr val="tx1">
                    <a:tint val="75000"/>
                  </a:schemeClr>
                </a:solidFill>
              </a:defRPr>
            </a:lvl8pPr>
            <a:lvl9pPr marL="4013119" indent="0">
              <a:buNone/>
              <a:defRPr sz="1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19FD-0D92-4864-BD68-C806976CD254}" type="datetimeFigureOut">
              <a:rPr lang="es-MX" smtClean="0"/>
              <a:t>13/01/2024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621F-E48F-46CC-B249-81A3C6F983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3902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5949" y="2003116"/>
            <a:ext cx="5724049" cy="477438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18352" y="2003116"/>
            <a:ext cx="5724049" cy="477438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19FD-0D92-4864-BD68-C806976CD254}" type="datetimeFigureOut">
              <a:rPr lang="es-MX" smtClean="0"/>
              <a:t>13/01/2024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621F-E48F-46CC-B249-81A3C6F983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415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703" y="400624"/>
            <a:ext cx="11616452" cy="14544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7704" y="1844609"/>
            <a:ext cx="5697743" cy="904015"/>
          </a:xfrm>
        </p:spPr>
        <p:txBody>
          <a:bodyPr anchor="b"/>
          <a:lstStyle>
            <a:lvl1pPr marL="0" indent="0">
              <a:buNone/>
              <a:defRPr sz="2633" b="1"/>
            </a:lvl1pPr>
            <a:lvl2pPr marL="501640" indent="0">
              <a:buNone/>
              <a:defRPr sz="2194" b="1"/>
            </a:lvl2pPr>
            <a:lvl3pPr marL="1003280" indent="0">
              <a:buNone/>
              <a:defRPr sz="1975" b="1"/>
            </a:lvl3pPr>
            <a:lvl4pPr marL="1504920" indent="0">
              <a:buNone/>
              <a:defRPr sz="1756" b="1"/>
            </a:lvl4pPr>
            <a:lvl5pPr marL="2006559" indent="0">
              <a:buNone/>
              <a:defRPr sz="1756" b="1"/>
            </a:lvl5pPr>
            <a:lvl6pPr marL="2508199" indent="0">
              <a:buNone/>
              <a:defRPr sz="1756" b="1"/>
            </a:lvl6pPr>
            <a:lvl7pPr marL="3009839" indent="0">
              <a:buNone/>
              <a:defRPr sz="1756" b="1"/>
            </a:lvl7pPr>
            <a:lvl8pPr marL="3511479" indent="0">
              <a:buNone/>
              <a:defRPr sz="1756" b="1"/>
            </a:lvl8pPr>
            <a:lvl9pPr marL="4013119" indent="0">
              <a:buNone/>
              <a:defRPr sz="1756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7704" y="2748624"/>
            <a:ext cx="5697743" cy="404281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18352" y="1844609"/>
            <a:ext cx="5725803" cy="904015"/>
          </a:xfrm>
        </p:spPr>
        <p:txBody>
          <a:bodyPr anchor="b"/>
          <a:lstStyle>
            <a:lvl1pPr marL="0" indent="0">
              <a:buNone/>
              <a:defRPr sz="2633" b="1"/>
            </a:lvl1pPr>
            <a:lvl2pPr marL="501640" indent="0">
              <a:buNone/>
              <a:defRPr sz="2194" b="1"/>
            </a:lvl2pPr>
            <a:lvl3pPr marL="1003280" indent="0">
              <a:buNone/>
              <a:defRPr sz="1975" b="1"/>
            </a:lvl3pPr>
            <a:lvl4pPr marL="1504920" indent="0">
              <a:buNone/>
              <a:defRPr sz="1756" b="1"/>
            </a:lvl4pPr>
            <a:lvl5pPr marL="2006559" indent="0">
              <a:buNone/>
              <a:defRPr sz="1756" b="1"/>
            </a:lvl5pPr>
            <a:lvl6pPr marL="2508199" indent="0">
              <a:buNone/>
              <a:defRPr sz="1756" b="1"/>
            </a:lvl6pPr>
            <a:lvl7pPr marL="3009839" indent="0">
              <a:buNone/>
              <a:defRPr sz="1756" b="1"/>
            </a:lvl7pPr>
            <a:lvl8pPr marL="3511479" indent="0">
              <a:buNone/>
              <a:defRPr sz="1756" b="1"/>
            </a:lvl8pPr>
            <a:lvl9pPr marL="4013119" indent="0">
              <a:buNone/>
              <a:defRPr sz="1756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18352" y="2748624"/>
            <a:ext cx="5725803" cy="404281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19FD-0D92-4864-BD68-C806976CD254}" type="datetimeFigureOut">
              <a:rPr lang="es-MX" smtClean="0"/>
              <a:t>13/01/2024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621F-E48F-46CC-B249-81A3C6F983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166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19FD-0D92-4864-BD68-C806976CD254}" type="datetimeFigureOut">
              <a:rPr lang="es-MX" smtClean="0"/>
              <a:t>13/01/2024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621F-E48F-46CC-B249-81A3C6F983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9799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19FD-0D92-4864-BD68-C806976CD254}" type="datetimeFigureOut">
              <a:rPr lang="es-MX" smtClean="0"/>
              <a:t>13/01/2024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621F-E48F-46CC-B249-81A3C6F983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5882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704" y="501650"/>
            <a:ext cx="4343893" cy="1755775"/>
          </a:xfrm>
        </p:spPr>
        <p:txBody>
          <a:bodyPr anchor="b"/>
          <a:lstStyle>
            <a:lvl1pPr>
              <a:defRPr sz="351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5803" y="1083425"/>
            <a:ext cx="6818352" cy="5347450"/>
          </a:xfrm>
        </p:spPr>
        <p:txBody>
          <a:bodyPr/>
          <a:lstStyle>
            <a:lvl1pPr>
              <a:defRPr sz="3511"/>
            </a:lvl1pPr>
            <a:lvl2pPr>
              <a:defRPr sz="3072"/>
            </a:lvl2pPr>
            <a:lvl3pPr>
              <a:defRPr sz="2633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7704" y="2257425"/>
            <a:ext cx="4343893" cy="4182159"/>
          </a:xfrm>
        </p:spPr>
        <p:txBody>
          <a:bodyPr/>
          <a:lstStyle>
            <a:lvl1pPr marL="0" indent="0">
              <a:buNone/>
              <a:defRPr sz="1756"/>
            </a:lvl1pPr>
            <a:lvl2pPr marL="501640" indent="0">
              <a:buNone/>
              <a:defRPr sz="1536"/>
            </a:lvl2pPr>
            <a:lvl3pPr marL="1003280" indent="0">
              <a:buNone/>
              <a:defRPr sz="1317"/>
            </a:lvl3pPr>
            <a:lvl4pPr marL="1504920" indent="0">
              <a:buNone/>
              <a:defRPr sz="1097"/>
            </a:lvl4pPr>
            <a:lvl5pPr marL="2006559" indent="0">
              <a:buNone/>
              <a:defRPr sz="1097"/>
            </a:lvl5pPr>
            <a:lvl6pPr marL="2508199" indent="0">
              <a:buNone/>
              <a:defRPr sz="1097"/>
            </a:lvl6pPr>
            <a:lvl7pPr marL="3009839" indent="0">
              <a:buNone/>
              <a:defRPr sz="1097"/>
            </a:lvl7pPr>
            <a:lvl8pPr marL="3511479" indent="0">
              <a:buNone/>
              <a:defRPr sz="1097"/>
            </a:lvl8pPr>
            <a:lvl9pPr marL="4013119" indent="0">
              <a:buNone/>
              <a:defRPr sz="1097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19FD-0D92-4864-BD68-C806976CD254}" type="datetimeFigureOut">
              <a:rPr lang="es-MX" smtClean="0"/>
              <a:t>13/01/2024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621F-E48F-46CC-B249-81A3C6F983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6121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704" y="501650"/>
            <a:ext cx="4343893" cy="1755775"/>
          </a:xfrm>
        </p:spPr>
        <p:txBody>
          <a:bodyPr anchor="b"/>
          <a:lstStyle>
            <a:lvl1pPr>
              <a:defRPr sz="351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25803" y="1083425"/>
            <a:ext cx="6818352" cy="5347450"/>
          </a:xfrm>
        </p:spPr>
        <p:txBody>
          <a:bodyPr anchor="t"/>
          <a:lstStyle>
            <a:lvl1pPr marL="0" indent="0">
              <a:buNone/>
              <a:defRPr sz="3511"/>
            </a:lvl1pPr>
            <a:lvl2pPr marL="501640" indent="0">
              <a:buNone/>
              <a:defRPr sz="3072"/>
            </a:lvl2pPr>
            <a:lvl3pPr marL="1003280" indent="0">
              <a:buNone/>
              <a:defRPr sz="2633"/>
            </a:lvl3pPr>
            <a:lvl4pPr marL="1504920" indent="0">
              <a:buNone/>
              <a:defRPr sz="2194"/>
            </a:lvl4pPr>
            <a:lvl5pPr marL="2006559" indent="0">
              <a:buNone/>
              <a:defRPr sz="2194"/>
            </a:lvl5pPr>
            <a:lvl6pPr marL="2508199" indent="0">
              <a:buNone/>
              <a:defRPr sz="2194"/>
            </a:lvl6pPr>
            <a:lvl7pPr marL="3009839" indent="0">
              <a:buNone/>
              <a:defRPr sz="2194"/>
            </a:lvl7pPr>
            <a:lvl8pPr marL="3511479" indent="0">
              <a:buNone/>
              <a:defRPr sz="2194"/>
            </a:lvl8pPr>
            <a:lvl9pPr marL="4013119" indent="0">
              <a:buNone/>
              <a:defRPr sz="2194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7704" y="2257425"/>
            <a:ext cx="4343893" cy="4182159"/>
          </a:xfrm>
        </p:spPr>
        <p:txBody>
          <a:bodyPr/>
          <a:lstStyle>
            <a:lvl1pPr marL="0" indent="0">
              <a:buNone/>
              <a:defRPr sz="1756"/>
            </a:lvl1pPr>
            <a:lvl2pPr marL="501640" indent="0">
              <a:buNone/>
              <a:defRPr sz="1536"/>
            </a:lvl2pPr>
            <a:lvl3pPr marL="1003280" indent="0">
              <a:buNone/>
              <a:defRPr sz="1317"/>
            </a:lvl3pPr>
            <a:lvl4pPr marL="1504920" indent="0">
              <a:buNone/>
              <a:defRPr sz="1097"/>
            </a:lvl4pPr>
            <a:lvl5pPr marL="2006559" indent="0">
              <a:buNone/>
              <a:defRPr sz="1097"/>
            </a:lvl5pPr>
            <a:lvl6pPr marL="2508199" indent="0">
              <a:buNone/>
              <a:defRPr sz="1097"/>
            </a:lvl6pPr>
            <a:lvl7pPr marL="3009839" indent="0">
              <a:buNone/>
              <a:defRPr sz="1097"/>
            </a:lvl7pPr>
            <a:lvl8pPr marL="3511479" indent="0">
              <a:buNone/>
              <a:defRPr sz="1097"/>
            </a:lvl8pPr>
            <a:lvl9pPr marL="4013119" indent="0">
              <a:buNone/>
              <a:defRPr sz="1097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19FD-0D92-4864-BD68-C806976CD254}" type="datetimeFigureOut">
              <a:rPr lang="es-MX" smtClean="0"/>
              <a:t>13/01/2024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621F-E48F-46CC-B249-81A3C6F983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6254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19FD-0D92-4864-BD68-C806976CD254}" type="datetimeFigureOut">
              <a:rPr lang="es-MX" smtClean="0"/>
              <a:t>13/01/2024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621F-E48F-46CC-B249-81A3C6F983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2787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38288" y="400623"/>
            <a:ext cx="2904113" cy="637687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5949" y="400623"/>
            <a:ext cx="8543985" cy="637687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719FD-0D92-4864-BD68-C806976CD254}" type="datetimeFigureOut">
              <a:rPr lang="es-MX" smtClean="0"/>
              <a:t>13/01/2024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621F-E48F-46CC-B249-81A3C6F983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7287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5949" y="400624"/>
            <a:ext cx="11616452" cy="1454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949" y="2003116"/>
            <a:ext cx="11616452" cy="4774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5949" y="6974329"/>
            <a:ext cx="3030379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719FD-0D92-4864-BD68-C806976CD254}" type="datetimeFigureOut">
              <a:rPr lang="es-MX" smtClean="0"/>
              <a:t>13/01/2024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61391" y="6974329"/>
            <a:ext cx="4545568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12022" y="6974329"/>
            <a:ext cx="3030379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B621F-E48F-46CC-B249-81A3C6F983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840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3280" rtl="0" eaLnBrk="1" latinLnBrk="0" hangingPunct="1">
        <a:lnSpc>
          <a:spcPct val="90000"/>
        </a:lnSpc>
        <a:spcBef>
          <a:spcPct val="0"/>
        </a:spcBef>
        <a:buNone/>
        <a:defRPr sz="48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0820" indent="-250820" algn="l" defTabSz="1003280" rtl="0" eaLnBrk="1" latinLnBrk="0" hangingPunct="1">
        <a:lnSpc>
          <a:spcPct val="90000"/>
        </a:lnSpc>
        <a:spcBef>
          <a:spcPts val="1097"/>
        </a:spcBef>
        <a:buFont typeface="Arial" panose="020B0604020202020204" pitchFamily="34" charset="0"/>
        <a:buChar char="•"/>
        <a:defRPr sz="3072" kern="1200">
          <a:solidFill>
            <a:schemeClr val="tx1"/>
          </a:solidFill>
          <a:latin typeface="+mn-lt"/>
          <a:ea typeface="+mn-ea"/>
          <a:cs typeface="+mn-cs"/>
        </a:defRPr>
      </a:lvl1pPr>
      <a:lvl2pPr marL="752460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2633" kern="1200">
          <a:solidFill>
            <a:schemeClr val="tx1"/>
          </a:solidFill>
          <a:latin typeface="+mn-lt"/>
          <a:ea typeface="+mn-ea"/>
          <a:cs typeface="+mn-cs"/>
        </a:defRPr>
      </a:lvl2pPr>
      <a:lvl3pPr marL="1254100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3pPr>
      <a:lvl4pPr marL="175573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4pPr>
      <a:lvl5pPr marL="225737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5pPr>
      <a:lvl6pPr marL="275901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6pPr>
      <a:lvl7pPr marL="326065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7pPr>
      <a:lvl8pPr marL="376229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8pPr>
      <a:lvl9pPr marL="426393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1pPr>
      <a:lvl2pPr marL="50164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2pPr>
      <a:lvl3pPr marL="100328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0492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4pPr>
      <a:lvl5pPr marL="200655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5pPr>
      <a:lvl6pPr marL="250819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6pPr>
      <a:lvl7pPr marL="300983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7pPr>
      <a:lvl8pPr marL="351147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8pPr>
      <a:lvl9pPr marL="401311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eb.microsoftstream.com/video/5448c835-ede5-46b5-b787-ac38fcfbb59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" y="10"/>
            <a:ext cx="13468332" cy="7524740"/>
          </a:xfrm>
          <a:prstGeom prst="rect">
            <a:avLst/>
          </a:prstGeom>
        </p:spPr>
      </p:pic>
      <p:pic>
        <p:nvPicPr>
          <p:cNvPr id="1026" name="Picture 2" descr="Facultad de Ingeniería &quot;Arturo Narro Siller&quot; UAT Tampico Tamaulipas">
            <a:extLst>
              <a:ext uri="{FF2B5EF4-FFF2-40B4-BE49-F238E27FC236}">
                <a16:creationId xmlns:a16="http://schemas.microsoft.com/office/drawing/2014/main" id="{39996C0B-8908-4F59-9C71-6E9F3366F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086" y="837358"/>
            <a:ext cx="3645454" cy="59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8D0D6ED-EA6C-41BE-AE16-E0A9C11DA406}"/>
              </a:ext>
            </a:extLst>
          </p:cNvPr>
          <p:cNvSpPr/>
          <p:nvPr/>
        </p:nvSpPr>
        <p:spPr>
          <a:xfrm rot="16200000">
            <a:off x="6064854" y="5856362"/>
            <a:ext cx="959251" cy="2307125"/>
          </a:xfrm>
          <a:prstGeom prst="rect">
            <a:avLst/>
          </a:prstGeom>
          <a:gradFill>
            <a:gsLst>
              <a:gs pos="66000">
                <a:srgbClr val="000C89"/>
              </a:gs>
              <a:gs pos="100000">
                <a:srgbClr val="00239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067195-00EE-4157-AB1D-B353FE1C13B4}"/>
              </a:ext>
            </a:extLst>
          </p:cNvPr>
          <p:cNvSpPr txBox="1"/>
          <p:nvPr/>
        </p:nvSpPr>
        <p:spPr>
          <a:xfrm>
            <a:off x="5261459" y="294468"/>
            <a:ext cx="3030134" cy="12970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08151EA-D657-4E9D-BB01-9268C9472527}"/>
              </a:ext>
            </a:extLst>
          </p:cNvPr>
          <p:cNvSpPr txBox="1"/>
          <p:nvPr/>
        </p:nvSpPr>
        <p:spPr>
          <a:xfrm>
            <a:off x="1581904" y="3157718"/>
            <a:ext cx="10304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/>
              <a:t>Programación Orientada a Objetos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E6F6A31-84D7-42ED-890E-7513E3C8974F}"/>
              </a:ext>
            </a:extLst>
          </p:cNvPr>
          <p:cNvSpPr txBox="1"/>
          <p:nvPr/>
        </p:nvSpPr>
        <p:spPr>
          <a:xfrm>
            <a:off x="7329191" y="5554946"/>
            <a:ext cx="5810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i="1" dirty="0"/>
              <a:t>Ing. Adriana Montoto Gonzalez</a:t>
            </a:r>
          </a:p>
        </p:txBody>
      </p:sp>
    </p:spTree>
    <p:extLst>
      <p:ext uri="{BB962C8B-B14F-4D97-AF65-F5344CB8AC3E}">
        <p14:creationId xmlns:p14="http://schemas.microsoft.com/office/powerpoint/2010/main" val="2850091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" y="10"/>
            <a:ext cx="13468332" cy="7524740"/>
          </a:xfrm>
          <a:prstGeom prst="rect">
            <a:avLst/>
          </a:prstGeom>
        </p:spPr>
      </p:pic>
      <p:pic>
        <p:nvPicPr>
          <p:cNvPr id="1026" name="Picture 2" descr="Facultad de Ingeniería &quot;Arturo Narro Siller&quot; UAT Tampico Tamaulipas">
            <a:extLst>
              <a:ext uri="{FF2B5EF4-FFF2-40B4-BE49-F238E27FC236}">
                <a16:creationId xmlns:a16="http://schemas.microsoft.com/office/drawing/2014/main" id="{39996C0B-8908-4F59-9C71-6E9F3366F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086" y="837358"/>
            <a:ext cx="3645454" cy="59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5028563-4A71-4676-8E53-0D7E3D31DAA1}"/>
              </a:ext>
            </a:extLst>
          </p:cNvPr>
          <p:cNvSpPr txBox="1"/>
          <p:nvPr/>
        </p:nvSpPr>
        <p:spPr>
          <a:xfrm>
            <a:off x="2012846" y="5365012"/>
            <a:ext cx="9040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solidFill>
                  <a:schemeClr val="accent2"/>
                </a:solidFill>
              </a:rPr>
              <a:t>Secuencia Didáctica por Módulos/Unidades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8D0D6ED-EA6C-41BE-AE16-E0A9C11DA406}"/>
              </a:ext>
            </a:extLst>
          </p:cNvPr>
          <p:cNvSpPr/>
          <p:nvPr/>
        </p:nvSpPr>
        <p:spPr>
          <a:xfrm rot="16200000">
            <a:off x="6064854" y="5856362"/>
            <a:ext cx="959251" cy="2307125"/>
          </a:xfrm>
          <a:prstGeom prst="rect">
            <a:avLst/>
          </a:prstGeom>
          <a:gradFill>
            <a:gsLst>
              <a:gs pos="66000">
                <a:srgbClr val="000C89"/>
              </a:gs>
              <a:gs pos="100000">
                <a:srgbClr val="00239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067195-00EE-4157-AB1D-B353FE1C13B4}"/>
              </a:ext>
            </a:extLst>
          </p:cNvPr>
          <p:cNvSpPr txBox="1"/>
          <p:nvPr/>
        </p:nvSpPr>
        <p:spPr>
          <a:xfrm>
            <a:off x="5261459" y="294468"/>
            <a:ext cx="3030134" cy="12970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0959A40-F158-4727-8848-368795683582}"/>
              </a:ext>
            </a:extLst>
          </p:cNvPr>
          <p:cNvSpPr txBox="1"/>
          <p:nvPr/>
        </p:nvSpPr>
        <p:spPr>
          <a:xfrm>
            <a:off x="1505591" y="3008535"/>
            <a:ext cx="1559342" cy="1815882"/>
          </a:xfrm>
          <a:prstGeom prst="rect">
            <a:avLst/>
          </a:prstGeom>
          <a:noFill/>
          <a:ln>
            <a:solidFill>
              <a:srgbClr val="1832A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s-MX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Conceptos básicos de la Programación Orientada a Objetos</a:t>
            </a:r>
            <a:endParaRPr lang="es-MX" dirty="0"/>
          </a:p>
          <a:p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441D949E-A775-4119-93D0-B067FB316465}"/>
              </a:ext>
            </a:extLst>
          </p:cNvPr>
          <p:cNvSpPr/>
          <p:nvPr/>
        </p:nvSpPr>
        <p:spPr>
          <a:xfrm>
            <a:off x="1505591" y="2503015"/>
            <a:ext cx="1559342" cy="509218"/>
          </a:xfrm>
          <a:prstGeom prst="rect">
            <a:avLst/>
          </a:prstGeom>
          <a:solidFill>
            <a:srgbClr val="1832A0"/>
          </a:solidFill>
          <a:ln>
            <a:solidFill>
              <a:srgbClr val="1832A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5AE700E-6F3E-45FE-BC6D-B987A1E41D4C}"/>
              </a:ext>
            </a:extLst>
          </p:cNvPr>
          <p:cNvSpPr txBox="1"/>
          <p:nvPr/>
        </p:nvSpPr>
        <p:spPr>
          <a:xfrm>
            <a:off x="1680045" y="2559759"/>
            <a:ext cx="118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rPr>
              <a:t>Unidad 1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5BD605B-EEBC-4CC8-A7B5-DDD2C4F09BAC}"/>
              </a:ext>
            </a:extLst>
          </p:cNvPr>
          <p:cNvSpPr txBox="1"/>
          <p:nvPr/>
        </p:nvSpPr>
        <p:spPr>
          <a:xfrm>
            <a:off x="3227804" y="2998378"/>
            <a:ext cx="1440000" cy="1875000"/>
          </a:xfrm>
          <a:prstGeom prst="rect">
            <a:avLst/>
          </a:prstGeom>
          <a:noFill/>
          <a:ln>
            <a:solidFill>
              <a:srgbClr val="1832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Source Sans Pro" charset="0"/>
                <a:ea typeface="Source Sans Pro" charset="0"/>
              </a:rPr>
              <a:t>Arreglos unidimensionales y multidimensionales</a:t>
            </a:r>
          </a:p>
          <a:p>
            <a:pPr algn="ctr"/>
            <a:endParaRPr lang="es-MX" dirty="0"/>
          </a:p>
          <a:p>
            <a:pPr algn="ctr"/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18251CC9-742B-4E22-A6BA-3CE1F74C7A90}"/>
              </a:ext>
            </a:extLst>
          </p:cNvPr>
          <p:cNvSpPr/>
          <p:nvPr/>
        </p:nvSpPr>
        <p:spPr>
          <a:xfrm>
            <a:off x="3227804" y="2485174"/>
            <a:ext cx="1440000" cy="509218"/>
          </a:xfrm>
          <a:prstGeom prst="rect">
            <a:avLst/>
          </a:prstGeom>
          <a:solidFill>
            <a:srgbClr val="1832A0"/>
          </a:solidFill>
          <a:ln>
            <a:solidFill>
              <a:srgbClr val="1832A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009E0662-DC61-4D10-9159-43384239E4E6}"/>
              </a:ext>
            </a:extLst>
          </p:cNvPr>
          <p:cNvSpPr txBox="1"/>
          <p:nvPr/>
        </p:nvSpPr>
        <p:spPr>
          <a:xfrm>
            <a:off x="3422528" y="2559759"/>
            <a:ext cx="118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rPr>
              <a:t>Unidad 2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6B4C499-3844-43DB-BF7B-96CB4168365E}"/>
              </a:ext>
            </a:extLst>
          </p:cNvPr>
          <p:cNvSpPr txBox="1"/>
          <p:nvPr/>
        </p:nvSpPr>
        <p:spPr>
          <a:xfrm>
            <a:off x="4978961" y="2963963"/>
            <a:ext cx="1476000" cy="1815882"/>
          </a:xfrm>
          <a:prstGeom prst="rect">
            <a:avLst/>
          </a:prstGeom>
          <a:noFill/>
          <a:ln>
            <a:solidFill>
              <a:srgbClr val="1832A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r>
              <a:rPr lang="es-MX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Métodos y mensajes constructores y destructores</a:t>
            </a:r>
            <a:endParaRPr lang="es-MX" sz="1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4865876F-A9A7-48CF-975A-F9674EDF872A}"/>
              </a:ext>
            </a:extLst>
          </p:cNvPr>
          <p:cNvSpPr/>
          <p:nvPr/>
        </p:nvSpPr>
        <p:spPr>
          <a:xfrm>
            <a:off x="4967928" y="2454745"/>
            <a:ext cx="1476000" cy="509218"/>
          </a:xfrm>
          <a:prstGeom prst="rect">
            <a:avLst/>
          </a:prstGeom>
          <a:solidFill>
            <a:srgbClr val="1832A0"/>
          </a:solidFill>
          <a:ln>
            <a:solidFill>
              <a:srgbClr val="1832A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E575E31-3F90-408D-AE0E-CD2B985920E6}"/>
              </a:ext>
            </a:extLst>
          </p:cNvPr>
          <p:cNvSpPr txBox="1"/>
          <p:nvPr/>
        </p:nvSpPr>
        <p:spPr>
          <a:xfrm>
            <a:off x="5182700" y="2523519"/>
            <a:ext cx="118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rPr>
              <a:t>Unidad 3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E700E3E-E378-4AD1-B5F9-6B5886C2EBB3}"/>
              </a:ext>
            </a:extLst>
          </p:cNvPr>
          <p:cNvSpPr txBox="1"/>
          <p:nvPr/>
        </p:nvSpPr>
        <p:spPr>
          <a:xfrm>
            <a:off x="8685531" y="2963963"/>
            <a:ext cx="1440000" cy="1815882"/>
          </a:xfrm>
          <a:prstGeom prst="rect">
            <a:avLst/>
          </a:prstGeom>
          <a:noFill/>
          <a:ln>
            <a:solidFill>
              <a:srgbClr val="1832A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r>
              <a:rPr lang="es-MX" sz="1600" b="1" dirty="0">
                <a:latin typeface="Source Sans Pro" charset="0"/>
                <a:ea typeface="Source Sans Pro" charset="0"/>
                <a:cs typeface="Source Sans Pro" charset="0"/>
              </a:rPr>
              <a:t>Excepciones</a:t>
            </a:r>
          </a:p>
          <a:p>
            <a:pPr algn="ctr"/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93EC8F9-2B8B-412F-8657-D313C2C4443C}"/>
              </a:ext>
            </a:extLst>
          </p:cNvPr>
          <p:cNvSpPr txBox="1"/>
          <p:nvPr/>
        </p:nvSpPr>
        <p:spPr>
          <a:xfrm>
            <a:off x="6821308" y="2963963"/>
            <a:ext cx="1476000" cy="1815882"/>
          </a:xfrm>
          <a:prstGeom prst="rect">
            <a:avLst/>
          </a:prstGeom>
          <a:noFill/>
          <a:ln>
            <a:solidFill>
              <a:srgbClr val="1832A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r>
              <a:rPr lang="es-MX" sz="1600" b="1" dirty="0">
                <a:latin typeface="Source Sans Pro" charset="0"/>
                <a:ea typeface="Source Sans Pro" charset="0"/>
                <a:cs typeface="Source Sans Pro" charset="0"/>
              </a:rPr>
              <a:t>Herencia, sobrecarga, </a:t>
            </a:r>
            <a:r>
              <a:rPr lang="es-MX" sz="1600" b="1" dirty="0" err="1">
                <a:latin typeface="Source Sans Pro" charset="0"/>
                <a:ea typeface="Source Sans Pro" charset="0"/>
                <a:cs typeface="Source Sans Pro" charset="0"/>
              </a:rPr>
              <a:t>poliformismo</a:t>
            </a:r>
            <a:r>
              <a:rPr lang="es-MX" sz="1600" b="1" dirty="0">
                <a:latin typeface="Source Sans Pro" charset="0"/>
                <a:ea typeface="Source Sans Pro" charset="0"/>
                <a:cs typeface="Source Sans Pro" charset="0"/>
              </a:rPr>
              <a:t> y reutilización</a:t>
            </a:r>
          </a:p>
          <a:p>
            <a:pPr algn="ctr"/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18E4DF14-D3D0-4F97-B4B8-347E15B6E699}"/>
              </a:ext>
            </a:extLst>
          </p:cNvPr>
          <p:cNvSpPr/>
          <p:nvPr/>
        </p:nvSpPr>
        <p:spPr>
          <a:xfrm>
            <a:off x="8677738" y="2452104"/>
            <a:ext cx="1440000" cy="509218"/>
          </a:xfrm>
          <a:prstGeom prst="rect">
            <a:avLst/>
          </a:prstGeom>
          <a:solidFill>
            <a:srgbClr val="1832A0"/>
          </a:solidFill>
          <a:ln>
            <a:solidFill>
              <a:srgbClr val="1832A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5F95C129-EFBE-47FA-B907-168644C51697}"/>
              </a:ext>
            </a:extLst>
          </p:cNvPr>
          <p:cNvSpPr/>
          <p:nvPr/>
        </p:nvSpPr>
        <p:spPr>
          <a:xfrm>
            <a:off x="6820227" y="2453653"/>
            <a:ext cx="1476000" cy="509218"/>
          </a:xfrm>
          <a:prstGeom prst="rect">
            <a:avLst/>
          </a:prstGeom>
          <a:solidFill>
            <a:srgbClr val="1832A0"/>
          </a:solidFill>
          <a:ln>
            <a:solidFill>
              <a:srgbClr val="1832A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F0747685-D360-42B8-B300-7F36827DDCC3}"/>
              </a:ext>
            </a:extLst>
          </p:cNvPr>
          <p:cNvSpPr txBox="1"/>
          <p:nvPr/>
        </p:nvSpPr>
        <p:spPr>
          <a:xfrm>
            <a:off x="6991084" y="2531698"/>
            <a:ext cx="118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rPr>
              <a:t>Unidad 4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759D822B-089E-4636-971C-9EC8503972E4}"/>
              </a:ext>
            </a:extLst>
          </p:cNvPr>
          <p:cNvSpPr txBox="1"/>
          <p:nvPr/>
        </p:nvSpPr>
        <p:spPr>
          <a:xfrm>
            <a:off x="8886731" y="2539954"/>
            <a:ext cx="118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rPr>
              <a:t>Unidad 5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5805DAB8-9F59-41F9-84FE-E085EA336043}"/>
              </a:ext>
            </a:extLst>
          </p:cNvPr>
          <p:cNvSpPr txBox="1"/>
          <p:nvPr/>
        </p:nvSpPr>
        <p:spPr>
          <a:xfrm>
            <a:off x="10538521" y="2943963"/>
            <a:ext cx="1440000" cy="1077218"/>
          </a:xfrm>
          <a:prstGeom prst="rect">
            <a:avLst/>
          </a:prstGeom>
          <a:noFill/>
          <a:ln>
            <a:solidFill>
              <a:srgbClr val="1832A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s-MX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Flujos y archivos</a:t>
            </a:r>
            <a:endParaRPr lang="es-MX" dirty="0"/>
          </a:p>
          <a:p>
            <a:endParaRPr lang="es-MX" sz="1600" b="1" dirty="0"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2594FC71-67AE-4E74-BDB1-928870992261}"/>
              </a:ext>
            </a:extLst>
          </p:cNvPr>
          <p:cNvSpPr/>
          <p:nvPr/>
        </p:nvSpPr>
        <p:spPr>
          <a:xfrm>
            <a:off x="10538521" y="2438443"/>
            <a:ext cx="1440000" cy="509218"/>
          </a:xfrm>
          <a:prstGeom prst="rect">
            <a:avLst/>
          </a:prstGeom>
          <a:solidFill>
            <a:srgbClr val="1832A0"/>
          </a:solidFill>
          <a:ln>
            <a:solidFill>
              <a:srgbClr val="1832A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66FBBFCC-5A4E-4C4E-9244-8FA28D6C14A3}"/>
              </a:ext>
            </a:extLst>
          </p:cNvPr>
          <p:cNvSpPr txBox="1"/>
          <p:nvPr/>
        </p:nvSpPr>
        <p:spPr>
          <a:xfrm>
            <a:off x="10712975" y="2495187"/>
            <a:ext cx="118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rPr>
              <a:t>Unidad 6</a:t>
            </a:r>
          </a:p>
        </p:txBody>
      </p:sp>
    </p:spTree>
    <p:extLst>
      <p:ext uri="{BB962C8B-B14F-4D97-AF65-F5344CB8AC3E}">
        <p14:creationId xmlns:p14="http://schemas.microsoft.com/office/powerpoint/2010/main" val="286562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" y="10"/>
            <a:ext cx="13468332" cy="7524740"/>
          </a:xfrm>
          <a:prstGeom prst="rect">
            <a:avLst/>
          </a:prstGeom>
        </p:spPr>
      </p:pic>
      <p:pic>
        <p:nvPicPr>
          <p:cNvPr id="1026" name="Picture 2" descr="Facultad de Ingeniería &quot;Arturo Narro Siller&quot; UAT Tampico Tamaulipas">
            <a:extLst>
              <a:ext uri="{FF2B5EF4-FFF2-40B4-BE49-F238E27FC236}">
                <a16:creationId xmlns:a16="http://schemas.microsoft.com/office/drawing/2014/main" id="{39996C0B-8908-4F59-9C71-6E9F3366F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086" y="837358"/>
            <a:ext cx="3645454" cy="59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8D0D6ED-EA6C-41BE-AE16-E0A9C11DA406}"/>
              </a:ext>
            </a:extLst>
          </p:cNvPr>
          <p:cNvSpPr/>
          <p:nvPr/>
        </p:nvSpPr>
        <p:spPr>
          <a:xfrm rot="16200000">
            <a:off x="6064854" y="5856362"/>
            <a:ext cx="959251" cy="2307125"/>
          </a:xfrm>
          <a:prstGeom prst="rect">
            <a:avLst/>
          </a:prstGeom>
          <a:gradFill>
            <a:gsLst>
              <a:gs pos="66000">
                <a:srgbClr val="000C89"/>
              </a:gs>
              <a:gs pos="100000">
                <a:srgbClr val="00239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067195-00EE-4157-AB1D-B353FE1C13B4}"/>
              </a:ext>
            </a:extLst>
          </p:cNvPr>
          <p:cNvSpPr txBox="1"/>
          <p:nvPr/>
        </p:nvSpPr>
        <p:spPr>
          <a:xfrm>
            <a:off x="5261459" y="294468"/>
            <a:ext cx="3030134" cy="12970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graphicFrame>
        <p:nvGraphicFramePr>
          <p:cNvPr id="7" name="Tabla 2">
            <a:extLst>
              <a:ext uri="{FF2B5EF4-FFF2-40B4-BE49-F238E27FC236}">
                <a16:creationId xmlns:a16="http://schemas.microsoft.com/office/drawing/2014/main" id="{D6624464-D09F-454A-9F29-7B943DB95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628716"/>
              </p:ext>
            </p:extLst>
          </p:nvPr>
        </p:nvGraphicFramePr>
        <p:xfrm>
          <a:off x="2413000" y="2277494"/>
          <a:ext cx="8749023" cy="40195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832682">
                  <a:extLst>
                    <a:ext uri="{9D8B030D-6E8A-4147-A177-3AD203B41FA5}">
                      <a16:colId xmlns:a16="http://schemas.microsoft.com/office/drawing/2014/main" val="1327835833"/>
                    </a:ext>
                  </a:extLst>
                </a:gridCol>
                <a:gridCol w="2916341">
                  <a:extLst>
                    <a:ext uri="{9D8B030D-6E8A-4147-A177-3AD203B41FA5}">
                      <a16:colId xmlns:a16="http://schemas.microsoft.com/office/drawing/2014/main" val="1533233225"/>
                    </a:ext>
                  </a:extLst>
                </a:gridCol>
              </a:tblGrid>
              <a:tr h="29672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ACTIVIDADES EN EVALUACIONES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PONDERACION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86293"/>
                  </a:ext>
                </a:extLst>
              </a:tr>
              <a:tr h="391786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Tareas</a:t>
                      </a:r>
                      <a:endParaRPr lang="es-MX" sz="28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44324"/>
                  </a:ext>
                </a:extLst>
              </a:tr>
              <a:tr h="391786">
                <a:tc>
                  <a:txBody>
                    <a:bodyPr/>
                    <a:lstStyle/>
                    <a:p>
                      <a:pPr marL="0" marR="0" lvl="0" indent="0" algn="ctr" defTabSz="1003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800" dirty="0"/>
                        <a:t>Practicas</a:t>
                      </a:r>
                      <a:endParaRPr lang="es-MX" sz="28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520703"/>
                  </a:ext>
                </a:extLst>
              </a:tr>
              <a:tr h="391786">
                <a:tc>
                  <a:txBody>
                    <a:bodyPr/>
                    <a:lstStyle/>
                    <a:p>
                      <a:pPr marL="0" marR="0" lvl="0" indent="0" algn="ctr" defTabSz="1003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800" dirty="0"/>
                        <a:t>Ejercicios</a:t>
                      </a:r>
                      <a:endParaRPr lang="es-MX" sz="28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877151"/>
                  </a:ext>
                </a:extLst>
              </a:tr>
              <a:tr h="391786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Examen teórico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220146"/>
                  </a:ext>
                </a:extLst>
              </a:tr>
              <a:tr h="391786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Examen Practico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711292"/>
                  </a:ext>
                </a:extLst>
              </a:tr>
              <a:tr h="391786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Asistencia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049758"/>
                  </a:ext>
                </a:extLst>
              </a:tr>
              <a:tr h="391786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Apuntes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78219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2796D991-0585-4D9E-B5E5-8B30436028A8}"/>
              </a:ext>
            </a:extLst>
          </p:cNvPr>
          <p:cNvSpPr txBox="1"/>
          <p:nvPr/>
        </p:nvSpPr>
        <p:spPr>
          <a:xfrm>
            <a:off x="2346324" y="1613427"/>
            <a:ext cx="8978901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</a:rPr>
              <a:t>Criterios de Evaluación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482BFAB-693D-7C15-7AEE-460BE04302B8}"/>
              </a:ext>
            </a:extLst>
          </p:cNvPr>
          <p:cNvSpPr txBox="1"/>
          <p:nvPr/>
        </p:nvSpPr>
        <p:spPr>
          <a:xfrm>
            <a:off x="1268117" y="6658417"/>
            <a:ext cx="11038788" cy="703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* En caso de que la unidad no requiere examen teórico los porcentajes se consideran solo en el examen practico</a:t>
            </a:r>
          </a:p>
        </p:txBody>
      </p:sp>
    </p:spTree>
    <p:extLst>
      <p:ext uri="{BB962C8B-B14F-4D97-AF65-F5344CB8AC3E}">
        <p14:creationId xmlns:p14="http://schemas.microsoft.com/office/powerpoint/2010/main" val="2378123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" y="10"/>
            <a:ext cx="13468332" cy="7524740"/>
          </a:xfrm>
          <a:prstGeom prst="rect">
            <a:avLst/>
          </a:prstGeom>
        </p:spPr>
      </p:pic>
      <p:pic>
        <p:nvPicPr>
          <p:cNvPr id="1026" name="Picture 2" descr="Facultad de Ingeniería &quot;Arturo Narro Siller&quot; UAT Tampico Tamaulipas">
            <a:extLst>
              <a:ext uri="{FF2B5EF4-FFF2-40B4-BE49-F238E27FC236}">
                <a16:creationId xmlns:a16="http://schemas.microsoft.com/office/drawing/2014/main" id="{39996C0B-8908-4F59-9C71-6E9F3366F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086" y="837358"/>
            <a:ext cx="3645454" cy="59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8D0D6ED-EA6C-41BE-AE16-E0A9C11DA406}"/>
              </a:ext>
            </a:extLst>
          </p:cNvPr>
          <p:cNvSpPr/>
          <p:nvPr/>
        </p:nvSpPr>
        <p:spPr>
          <a:xfrm rot="16200000">
            <a:off x="6064854" y="5856362"/>
            <a:ext cx="959251" cy="2307125"/>
          </a:xfrm>
          <a:prstGeom prst="rect">
            <a:avLst/>
          </a:prstGeom>
          <a:gradFill>
            <a:gsLst>
              <a:gs pos="66000">
                <a:srgbClr val="000C89"/>
              </a:gs>
              <a:gs pos="100000">
                <a:srgbClr val="00239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067195-00EE-4157-AB1D-B353FE1C13B4}"/>
              </a:ext>
            </a:extLst>
          </p:cNvPr>
          <p:cNvSpPr txBox="1"/>
          <p:nvPr/>
        </p:nvSpPr>
        <p:spPr>
          <a:xfrm>
            <a:off x="5261459" y="294468"/>
            <a:ext cx="3030134" cy="12970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796D991-0585-4D9E-B5E5-8B30436028A8}"/>
              </a:ext>
            </a:extLst>
          </p:cNvPr>
          <p:cNvSpPr txBox="1"/>
          <p:nvPr/>
        </p:nvSpPr>
        <p:spPr>
          <a:xfrm>
            <a:off x="2346324" y="1871961"/>
            <a:ext cx="8978901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</a:rPr>
              <a:t>*Producto integrador (Final de Semestre)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C8B0F5A-53A1-4C0D-BCEE-1437D3755C0F}"/>
              </a:ext>
            </a:extLst>
          </p:cNvPr>
          <p:cNvSpPr txBox="1"/>
          <p:nvPr/>
        </p:nvSpPr>
        <p:spPr>
          <a:xfrm>
            <a:off x="2346323" y="2721512"/>
            <a:ext cx="8978901" cy="1361911"/>
          </a:xfrm>
          <a:prstGeom prst="rect">
            <a:avLst/>
          </a:prstGeom>
          <a:solidFill>
            <a:srgbClr val="002DA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</a:rPr>
              <a:t>Requisito indispensable para acreditar la asignatura</a:t>
            </a:r>
          </a:p>
          <a:p>
            <a:endParaRPr lang="es-MX" sz="1050" dirty="0">
              <a:solidFill>
                <a:schemeClr val="bg1"/>
              </a:solidFill>
            </a:endParaRPr>
          </a:p>
          <a:p>
            <a:r>
              <a:rPr lang="es-MX" sz="2000" b="1" dirty="0">
                <a:solidFill>
                  <a:schemeClr val="bg1"/>
                </a:solidFill>
              </a:rPr>
              <a:t>Se trabajará durante el periodo en el contenido del producto integrador,  incluye código de todos los programas que ustedes realicen en el periodo</a:t>
            </a:r>
          </a:p>
        </p:txBody>
      </p:sp>
    </p:spTree>
    <p:extLst>
      <p:ext uri="{BB962C8B-B14F-4D97-AF65-F5344CB8AC3E}">
        <p14:creationId xmlns:p14="http://schemas.microsoft.com/office/powerpoint/2010/main" val="3970984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" y="10"/>
            <a:ext cx="13468332" cy="7524740"/>
          </a:xfrm>
          <a:prstGeom prst="rect">
            <a:avLst/>
          </a:prstGeom>
        </p:spPr>
      </p:pic>
      <p:pic>
        <p:nvPicPr>
          <p:cNvPr id="1026" name="Picture 2" descr="Facultad de Ingeniería &quot;Arturo Narro Siller&quot; UAT Tampico Tamaulipas">
            <a:extLst>
              <a:ext uri="{FF2B5EF4-FFF2-40B4-BE49-F238E27FC236}">
                <a16:creationId xmlns:a16="http://schemas.microsoft.com/office/drawing/2014/main" id="{39996C0B-8908-4F59-9C71-6E9F3366F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086" y="837358"/>
            <a:ext cx="3645454" cy="59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8D0D6ED-EA6C-41BE-AE16-E0A9C11DA406}"/>
              </a:ext>
            </a:extLst>
          </p:cNvPr>
          <p:cNvSpPr/>
          <p:nvPr/>
        </p:nvSpPr>
        <p:spPr>
          <a:xfrm rot="16200000">
            <a:off x="6064854" y="5856362"/>
            <a:ext cx="959251" cy="2307125"/>
          </a:xfrm>
          <a:prstGeom prst="rect">
            <a:avLst/>
          </a:prstGeom>
          <a:gradFill>
            <a:gsLst>
              <a:gs pos="66000">
                <a:srgbClr val="000C89"/>
              </a:gs>
              <a:gs pos="100000">
                <a:srgbClr val="00239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067195-00EE-4157-AB1D-B353FE1C13B4}"/>
              </a:ext>
            </a:extLst>
          </p:cNvPr>
          <p:cNvSpPr txBox="1"/>
          <p:nvPr/>
        </p:nvSpPr>
        <p:spPr>
          <a:xfrm>
            <a:off x="5261459" y="294468"/>
            <a:ext cx="3030134" cy="12970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BA245FF-F36D-4F2E-988A-2B91E32FD256}"/>
              </a:ext>
            </a:extLst>
          </p:cNvPr>
          <p:cNvSpPr txBox="1"/>
          <p:nvPr/>
        </p:nvSpPr>
        <p:spPr>
          <a:xfrm>
            <a:off x="1581904" y="2013336"/>
            <a:ext cx="10304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/>
              <a:t>EVALUACION FINAL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A32C099-6438-4BEC-95E9-DD4DA3DEC43C}"/>
              </a:ext>
            </a:extLst>
          </p:cNvPr>
          <p:cNvSpPr txBox="1"/>
          <p:nvPr/>
        </p:nvSpPr>
        <p:spPr>
          <a:xfrm>
            <a:off x="1581904" y="3157718"/>
            <a:ext cx="10304541" cy="1938992"/>
          </a:xfrm>
          <a:prstGeom prst="rect">
            <a:avLst/>
          </a:prstGeom>
          <a:solidFill>
            <a:srgbClr val="ED7D3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000" b="1" dirty="0">
                <a:solidFill>
                  <a:srgbClr val="92D050"/>
                </a:solidFill>
              </a:rPr>
              <a:t>*</a:t>
            </a:r>
            <a:r>
              <a:rPr lang="es-MX" sz="4000" b="1" dirty="0">
                <a:solidFill>
                  <a:schemeClr val="bg1"/>
                </a:solidFill>
              </a:rPr>
              <a:t>Evaluaciones por Modulo (4)</a:t>
            </a:r>
            <a:r>
              <a:rPr lang="es-MX" sz="4000" b="1" dirty="0">
                <a:solidFill>
                  <a:schemeClr val="bg1"/>
                </a:solidFill>
                <a:sym typeface="Wingdings" panose="05000000000000000000" pitchFamily="2" charset="2"/>
              </a:rPr>
              <a:t>55 %</a:t>
            </a:r>
            <a:endParaRPr lang="es-MX" sz="4000" b="1" dirty="0">
              <a:solidFill>
                <a:schemeClr val="bg1"/>
              </a:solidFill>
            </a:endParaRPr>
          </a:p>
          <a:p>
            <a:pPr algn="ctr"/>
            <a:r>
              <a:rPr lang="es-MX" sz="4000" b="1" dirty="0"/>
              <a:t>*</a:t>
            </a:r>
            <a:r>
              <a:rPr lang="es-MX" sz="4000" b="1" dirty="0">
                <a:solidFill>
                  <a:schemeClr val="bg1"/>
                </a:solidFill>
              </a:rPr>
              <a:t>Producto Integrador</a:t>
            </a:r>
            <a:r>
              <a:rPr lang="es-MX" sz="4000" b="1" dirty="0">
                <a:solidFill>
                  <a:schemeClr val="bg1"/>
                </a:solidFill>
                <a:sym typeface="Wingdings" panose="05000000000000000000" pitchFamily="2" charset="2"/>
              </a:rPr>
              <a:t>  25 %</a:t>
            </a:r>
            <a:endParaRPr lang="es-MX" sz="4000" b="1" dirty="0">
              <a:solidFill>
                <a:schemeClr val="bg1"/>
              </a:solidFill>
            </a:endParaRPr>
          </a:p>
          <a:p>
            <a:pPr algn="ctr"/>
            <a:r>
              <a:rPr lang="es-MX" sz="4000" b="1" dirty="0">
                <a:solidFill>
                  <a:srgbClr val="FF0000"/>
                </a:solidFill>
              </a:rPr>
              <a:t>*</a:t>
            </a:r>
            <a:r>
              <a:rPr lang="es-MX" sz="4000" b="1" dirty="0">
                <a:solidFill>
                  <a:schemeClr val="bg1"/>
                </a:solidFill>
              </a:rPr>
              <a:t>Examen Departamental </a:t>
            </a:r>
            <a:r>
              <a:rPr lang="es-MX" sz="4000" b="1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s-MX" sz="4000" b="1" dirty="0">
                <a:solidFill>
                  <a:schemeClr val="bg1"/>
                </a:solidFill>
              </a:rPr>
              <a:t> 20%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3E0F67-870E-4681-9C3E-963827B00130}"/>
              </a:ext>
            </a:extLst>
          </p:cNvPr>
          <p:cNvSpPr txBox="1"/>
          <p:nvPr/>
        </p:nvSpPr>
        <p:spPr>
          <a:xfrm>
            <a:off x="2023995" y="5295066"/>
            <a:ext cx="90409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solidFill>
                  <a:srgbClr val="92D050"/>
                </a:solidFill>
              </a:rPr>
              <a:t>*</a:t>
            </a:r>
            <a:r>
              <a:rPr lang="es-MX" sz="2000" b="1" dirty="0"/>
              <a:t>Requisito tener acreditas las evaluaciones</a:t>
            </a:r>
          </a:p>
          <a:p>
            <a:pPr algn="ctr"/>
            <a:r>
              <a:rPr lang="es-MX" sz="2000" b="1" dirty="0"/>
              <a:t>*Requisito indispensable para acreditar la materia</a:t>
            </a:r>
          </a:p>
          <a:p>
            <a:pPr algn="ctr"/>
            <a:r>
              <a:rPr lang="es-MX" sz="2000" b="1" dirty="0">
                <a:solidFill>
                  <a:srgbClr val="FF0000"/>
                </a:solidFill>
              </a:rPr>
              <a:t>*</a:t>
            </a:r>
            <a:r>
              <a:rPr lang="es-MX" sz="2000" b="1" dirty="0"/>
              <a:t> Entregar diploma para presentar examen</a:t>
            </a:r>
          </a:p>
        </p:txBody>
      </p:sp>
    </p:spTree>
    <p:extLst>
      <p:ext uri="{BB962C8B-B14F-4D97-AF65-F5344CB8AC3E}">
        <p14:creationId xmlns:p14="http://schemas.microsoft.com/office/powerpoint/2010/main" val="1914062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" y="10"/>
            <a:ext cx="13468332" cy="7524740"/>
          </a:xfrm>
          <a:prstGeom prst="rect">
            <a:avLst/>
          </a:prstGeom>
        </p:spPr>
      </p:pic>
      <p:pic>
        <p:nvPicPr>
          <p:cNvPr id="1026" name="Picture 2" descr="Facultad de Ingeniería &quot;Arturo Narro Siller&quot; UAT Tampico Tamaulipas">
            <a:extLst>
              <a:ext uri="{FF2B5EF4-FFF2-40B4-BE49-F238E27FC236}">
                <a16:creationId xmlns:a16="http://schemas.microsoft.com/office/drawing/2014/main" id="{39996C0B-8908-4F59-9C71-6E9F3366F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086" y="837358"/>
            <a:ext cx="3645454" cy="59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8D0D6ED-EA6C-41BE-AE16-E0A9C11DA406}"/>
              </a:ext>
            </a:extLst>
          </p:cNvPr>
          <p:cNvSpPr/>
          <p:nvPr/>
        </p:nvSpPr>
        <p:spPr>
          <a:xfrm rot="16200000">
            <a:off x="6064854" y="5856362"/>
            <a:ext cx="959251" cy="2307125"/>
          </a:xfrm>
          <a:prstGeom prst="rect">
            <a:avLst/>
          </a:prstGeom>
          <a:gradFill>
            <a:gsLst>
              <a:gs pos="66000">
                <a:srgbClr val="000C89"/>
              </a:gs>
              <a:gs pos="100000">
                <a:srgbClr val="00239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067195-00EE-4157-AB1D-B353FE1C13B4}"/>
              </a:ext>
            </a:extLst>
          </p:cNvPr>
          <p:cNvSpPr txBox="1"/>
          <p:nvPr/>
        </p:nvSpPr>
        <p:spPr>
          <a:xfrm>
            <a:off x="5261459" y="294468"/>
            <a:ext cx="3030134" cy="12970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08151EA-D657-4E9D-BB01-9268C9472527}"/>
              </a:ext>
            </a:extLst>
          </p:cNvPr>
          <p:cNvSpPr txBox="1"/>
          <p:nvPr/>
        </p:nvSpPr>
        <p:spPr>
          <a:xfrm>
            <a:off x="391887" y="1885945"/>
            <a:ext cx="11030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/>
              <a:t>Requisitos para trabajar en la asignatura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FFB490D-41E6-45B7-9BAF-12150C9E6C45}"/>
              </a:ext>
            </a:extLst>
          </p:cNvPr>
          <p:cNvSpPr txBox="1"/>
          <p:nvPr/>
        </p:nvSpPr>
        <p:spPr>
          <a:xfrm>
            <a:off x="756909" y="2744646"/>
            <a:ext cx="115751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Tx/>
              <a:buChar char="-"/>
            </a:pPr>
            <a:r>
              <a:rPr lang="es-MX" sz="4000" dirty="0"/>
              <a:t>Una Buena Actitud</a:t>
            </a:r>
          </a:p>
          <a:p>
            <a:pPr marL="685800" indent="-685800">
              <a:buFontTx/>
              <a:buChar char="-"/>
            </a:pPr>
            <a:r>
              <a:rPr lang="es-MX" sz="4000" dirty="0"/>
              <a:t>Cumplir en tiempo y forma con las actividades</a:t>
            </a:r>
          </a:p>
          <a:p>
            <a:pPr marL="685800" indent="-685800">
              <a:buFontTx/>
              <a:buChar char="-"/>
            </a:pPr>
            <a:r>
              <a:rPr lang="es-MX" sz="4000" dirty="0"/>
              <a:t>No celular</a:t>
            </a:r>
          </a:p>
        </p:txBody>
      </p:sp>
    </p:spTree>
    <p:extLst>
      <p:ext uri="{BB962C8B-B14F-4D97-AF65-F5344CB8AC3E}">
        <p14:creationId xmlns:p14="http://schemas.microsoft.com/office/powerpoint/2010/main" val="3796114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" y="-14504"/>
            <a:ext cx="13468332" cy="7524740"/>
          </a:xfrm>
          <a:prstGeom prst="rect">
            <a:avLst/>
          </a:prstGeom>
        </p:spPr>
      </p:pic>
      <p:pic>
        <p:nvPicPr>
          <p:cNvPr id="1026" name="Picture 2" descr="Facultad de Ingeniería &quot;Arturo Narro Siller&quot; UAT Tampico Tamaulipas">
            <a:extLst>
              <a:ext uri="{FF2B5EF4-FFF2-40B4-BE49-F238E27FC236}">
                <a16:creationId xmlns:a16="http://schemas.microsoft.com/office/drawing/2014/main" id="{39996C0B-8908-4F59-9C71-6E9F3366F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086" y="837358"/>
            <a:ext cx="3645454" cy="59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8D0D6ED-EA6C-41BE-AE16-E0A9C11DA406}"/>
              </a:ext>
            </a:extLst>
          </p:cNvPr>
          <p:cNvSpPr/>
          <p:nvPr/>
        </p:nvSpPr>
        <p:spPr>
          <a:xfrm rot="16200000">
            <a:off x="6064854" y="5856362"/>
            <a:ext cx="959251" cy="2307125"/>
          </a:xfrm>
          <a:prstGeom prst="rect">
            <a:avLst/>
          </a:prstGeom>
          <a:gradFill>
            <a:gsLst>
              <a:gs pos="66000">
                <a:srgbClr val="000C89"/>
              </a:gs>
              <a:gs pos="100000">
                <a:srgbClr val="00239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067195-00EE-4157-AB1D-B353FE1C13B4}"/>
              </a:ext>
            </a:extLst>
          </p:cNvPr>
          <p:cNvSpPr txBox="1"/>
          <p:nvPr/>
        </p:nvSpPr>
        <p:spPr>
          <a:xfrm>
            <a:off x="5261459" y="294468"/>
            <a:ext cx="3030134" cy="12970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08151EA-D657-4E9D-BB01-9268C9472527}"/>
              </a:ext>
            </a:extLst>
          </p:cNvPr>
          <p:cNvSpPr txBox="1"/>
          <p:nvPr/>
        </p:nvSpPr>
        <p:spPr>
          <a:xfrm>
            <a:off x="391887" y="1885945"/>
            <a:ext cx="11030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/>
              <a:t>Requerimientos tecnológicos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FFB490D-41E6-45B7-9BAF-12150C9E6C45}"/>
              </a:ext>
            </a:extLst>
          </p:cNvPr>
          <p:cNvSpPr txBox="1"/>
          <p:nvPr/>
        </p:nvSpPr>
        <p:spPr>
          <a:xfrm>
            <a:off x="783765" y="2556229"/>
            <a:ext cx="1103010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Tx/>
              <a:buChar char="-"/>
            </a:pPr>
            <a:r>
              <a:rPr lang="es-MX" sz="4000" dirty="0"/>
              <a:t>Equipo de computo</a:t>
            </a:r>
          </a:p>
          <a:p>
            <a:pPr marL="685800" indent="-685800">
              <a:buFontTx/>
              <a:buChar char="-"/>
            </a:pPr>
            <a:r>
              <a:rPr lang="es-MX" sz="4000" dirty="0"/>
              <a:t>Ms Office</a:t>
            </a:r>
          </a:p>
          <a:p>
            <a:pPr marL="685800" indent="-685800">
              <a:buFontTx/>
              <a:buChar char="-"/>
            </a:pPr>
            <a:r>
              <a:rPr lang="es-MX" sz="4000" dirty="0"/>
              <a:t>Conexión a Internet /Navegador</a:t>
            </a:r>
          </a:p>
          <a:p>
            <a:pPr marL="685800" indent="-685800">
              <a:buFontTx/>
              <a:buChar char="-"/>
            </a:pPr>
            <a:r>
              <a:rPr lang="es-MX" sz="4000" dirty="0"/>
              <a:t>Eclipse</a:t>
            </a:r>
          </a:p>
          <a:p>
            <a:pPr marL="685800" indent="-685800">
              <a:buFontTx/>
              <a:buChar char="-"/>
            </a:pPr>
            <a:r>
              <a:rPr lang="es-MX" sz="4000" dirty="0"/>
              <a:t>Complemento UML</a:t>
            </a:r>
          </a:p>
          <a:p>
            <a:pPr marL="685800" indent="-685800">
              <a:buFontTx/>
              <a:buChar char="-"/>
            </a:pPr>
            <a:r>
              <a:rPr lang="es-MX" sz="4000" dirty="0"/>
              <a:t>Cuenta institucional</a:t>
            </a:r>
          </a:p>
          <a:p>
            <a:pPr marL="685800" indent="-685800" algn="ctr">
              <a:buFontTx/>
              <a:buChar char="-"/>
            </a:pPr>
            <a:endParaRPr lang="es-MX" sz="4800" dirty="0"/>
          </a:p>
          <a:p>
            <a:pPr algn="ctr"/>
            <a:endParaRPr lang="es-MX" sz="4800" dirty="0"/>
          </a:p>
        </p:txBody>
      </p:sp>
    </p:spTree>
    <p:extLst>
      <p:ext uri="{BB962C8B-B14F-4D97-AF65-F5344CB8AC3E}">
        <p14:creationId xmlns:p14="http://schemas.microsoft.com/office/powerpoint/2010/main" val="3520684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" y="-14504"/>
            <a:ext cx="13468332" cy="7524740"/>
          </a:xfrm>
          <a:prstGeom prst="rect">
            <a:avLst/>
          </a:prstGeom>
        </p:spPr>
      </p:pic>
      <p:pic>
        <p:nvPicPr>
          <p:cNvPr id="1026" name="Picture 2" descr="Facultad de Ingeniería &quot;Arturo Narro Siller&quot; UAT Tampico Tamaulipas">
            <a:extLst>
              <a:ext uri="{FF2B5EF4-FFF2-40B4-BE49-F238E27FC236}">
                <a16:creationId xmlns:a16="http://schemas.microsoft.com/office/drawing/2014/main" id="{39996C0B-8908-4F59-9C71-6E9F3366F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086" y="837358"/>
            <a:ext cx="3645454" cy="59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8D0D6ED-EA6C-41BE-AE16-E0A9C11DA406}"/>
              </a:ext>
            </a:extLst>
          </p:cNvPr>
          <p:cNvSpPr/>
          <p:nvPr/>
        </p:nvSpPr>
        <p:spPr>
          <a:xfrm rot="16200000">
            <a:off x="6064854" y="5856362"/>
            <a:ext cx="959251" cy="2307125"/>
          </a:xfrm>
          <a:prstGeom prst="rect">
            <a:avLst/>
          </a:prstGeom>
          <a:gradFill>
            <a:gsLst>
              <a:gs pos="66000">
                <a:srgbClr val="000C89"/>
              </a:gs>
              <a:gs pos="100000">
                <a:srgbClr val="00239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067195-00EE-4157-AB1D-B353FE1C13B4}"/>
              </a:ext>
            </a:extLst>
          </p:cNvPr>
          <p:cNvSpPr txBox="1"/>
          <p:nvPr/>
        </p:nvSpPr>
        <p:spPr>
          <a:xfrm>
            <a:off x="5261459" y="294468"/>
            <a:ext cx="3030134" cy="12970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08151EA-D657-4E9D-BB01-9268C9472527}"/>
              </a:ext>
            </a:extLst>
          </p:cNvPr>
          <p:cNvSpPr txBox="1"/>
          <p:nvPr/>
        </p:nvSpPr>
        <p:spPr>
          <a:xfrm>
            <a:off x="611970" y="1745973"/>
            <a:ext cx="122645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/>
              <a:t>Maneras de llevar el contenido de la asignatura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FFB490D-41E6-45B7-9BAF-12150C9E6C45}"/>
              </a:ext>
            </a:extLst>
          </p:cNvPr>
          <p:cNvSpPr txBox="1"/>
          <p:nvPr/>
        </p:nvSpPr>
        <p:spPr>
          <a:xfrm>
            <a:off x="741375" y="2452035"/>
            <a:ext cx="11030102" cy="3290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i="1" dirty="0"/>
              <a:t>Dependerá de la temática del programa de estudios</a:t>
            </a:r>
          </a:p>
          <a:p>
            <a:endParaRPr lang="es-MX" dirty="0"/>
          </a:p>
          <a:p>
            <a:r>
              <a:rPr lang="es-MX" sz="2800" dirty="0"/>
              <a:t>Exposición mediante Diapositivas</a:t>
            </a:r>
          </a:p>
          <a:p>
            <a:r>
              <a:rPr lang="es-MX" sz="2800" dirty="0"/>
              <a:t>Lecturas</a:t>
            </a:r>
          </a:p>
          <a:p>
            <a:r>
              <a:rPr lang="es-MX" sz="2800" dirty="0"/>
              <a:t>Practica/Ejercicio</a:t>
            </a:r>
          </a:p>
          <a:p>
            <a:r>
              <a:rPr lang="es-MX" sz="2800" dirty="0"/>
              <a:t>Examen</a:t>
            </a:r>
          </a:p>
          <a:p>
            <a:pPr marL="685800" indent="-685800">
              <a:buFontTx/>
              <a:buChar char="-"/>
            </a:pPr>
            <a:endParaRPr lang="es-MX" sz="4800" dirty="0"/>
          </a:p>
        </p:txBody>
      </p:sp>
    </p:spTree>
    <p:extLst>
      <p:ext uri="{BB962C8B-B14F-4D97-AF65-F5344CB8AC3E}">
        <p14:creationId xmlns:p14="http://schemas.microsoft.com/office/powerpoint/2010/main" val="459094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" y="10"/>
            <a:ext cx="13468332" cy="7524740"/>
          </a:xfrm>
          <a:prstGeom prst="rect">
            <a:avLst/>
          </a:prstGeom>
        </p:spPr>
      </p:pic>
      <p:pic>
        <p:nvPicPr>
          <p:cNvPr id="1026" name="Picture 2" descr="Facultad de Ingeniería &quot;Arturo Narro Siller&quot; UAT Tampico Tamaulipas">
            <a:extLst>
              <a:ext uri="{FF2B5EF4-FFF2-40B4-BE49-F238E27FC236}">
                <a16:creationId xmlns:a16="http://schemas.microsoft.com/office/drawing/2014/main" id="{39996C0B-8908-4F59-9C71-6E9F3366F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086" y="837358"/>
            <a:ext cx="3645454" cy="59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5028563-4A71-4676-8E53-0D7E3D31DAA1}"/>
              </a:ext>
            </a:extLst>
          </p:cNvPr>
          <p:cNvSpPr txBox="1"/>
          <p:nvPr/>
        </p:nvSpPr>
        <p:spPr>
          <a:xfrm>
            <a:off x="2535361" y="2586744"/>
            <a:ext cx="9040967" cy="1173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1007669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Instalación eclipse y </a:t>
            </a:r>
            <a:r>
              <a:rPr kumimoji="0" lang="es-MX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jdk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1007669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1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https://web.microsoftstream.com/video/5448c835-ede5-46b5-b787-ac38fcfbb59d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1007669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8D0D6ED-EA6C-41BE-AE16-E0A9C11DA406}"/>
              </a:ext>
            </a:extLst>
          </p:cNvPr>
          <p:cNvSpPr/>
          <p:nvPr/>
        </p:nvSpPr>
        <p:spPr>
          <a:xfrm rot="16200000">
            <a:off x="6064854" y="5856362"/>
            <a:ext cx="959251" cy="2307125"/>
          </a:xfrm>
          <a:prstGeom prst="rect">
            <a:avLst/>
          </a:prstGeom>
          <a:gradFill>
            <a:gsLst>
              <a:gs pos="66000">
                <a:srgbClr val="000C89"/>
              </a:gs>
              <a:gs pos="100000">
                <a:srgbClr val="00239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076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067195-00EE-4157-AB1D-B353FE1C13B4}"/>
              </a:ext>
            </a:extLst>
          </p:cNvPr>
          <p:cNvSpPr txBox="1"/>
          <p:nvPr/>
        </p:nvSpPr>
        <p:spPr>
          <a:xfrm>
            <a:off x="5261459" y="294468"/>
            <a:ext cx="3030134" cy="12970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10076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98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41634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D82CE2EE85AC34097030E55FE5C42A0" ma:contentTypeVersion="0" ma:contentTypeDescription="Crear nuevo documento." ma:contentTypeScope="" ma:versionID="ac0d8ad1a7bbe32bfc18b500d12fae4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643e18af889c27956c9fdc206b126a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876DEA-EF88-44C0-BB3F-B183130B3570}"/>
</file>

<file path=customXml/itemProps2.xml><?xml version="1.0" encoding="utf-8"?>
<ds:datastoreItem xmlns:ds="http://schemas.openxmlformats.org/officeDocument/2006/customXml" ds:itemID="{A455156B-2D71-41B3-B06E-89788A6CD03B}"/>
</file>

<file path=customXml/itemProps3.xml><?xml version="1.0" encoding="utf-8"?>
<ds:datastoreItem xmlns:ds="http://schemas.openxmlformats.org/officeDocument/2006/customXml" ds:itemID="{FDDAA6AE-6C97-491C-A6F6-2C8809C187B8}"/>
</file>

<file path=docProps/app.xml><?xml version="1.0" encoding="utf-8"?>
<Properties xmlns="http://schemas.openxmlformats.org/officeDocument/2006/extended-properties" xmlns:vt="http://schemas.openxmlformats.org/officeDocument/2006/docPropsVTypes">
  <Template>Represen Asignatura 6.0</Template>
  <TotalTime>1813</TotalTime>
  <Words>266</Words>
  <Application>Microsoft Office PowerPoint</Application>
  <PresentationFormat>Personalizado</PresentationFormat>
  <Paragraphs>73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Source Sans Pro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rtsined</dc:creator>
  <cp:lastModifiedBy>Montoto Gonzalez Adriana</cp:lastModifiedBy>
  <cp:revision>80</cp:revision>
  <dcterms:created xsi:type="dcterms:W3CDTF">2019-09-19T13:32:04Z</dcterms:created>
  <dcterms:modified xsi:type="dcterms:W3CDTF">2024-01-14T03:36:02Z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0x0101000D82CE2EE85AC34097030E55FE5C42A0</vt:lpwstr>
  </property>
</Properties>
</file>