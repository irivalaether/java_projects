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0" r:id="rId5"/>
    <p:sldId id="285" r:id="rId6"/>
    <p:sldId id="289" r:id="rId7"/>
    <p:sldId id="295" r:id="rId8"/>
    <p:sldId id="286" r:id="rId9"/>
    <p:sldId id="288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53" autoAdjust="0"/>
    <p:restoredTop sz="94249" autoAdjust="0"/>
  </p:normalViewPr>
  <p:slideViewPr>
    <p:cSldViewPr snapToGrid="0">
      <p:cViewPr>
        <p:scale>
          <a:sx n="90" d="100"/>
          <a:sy n="90" d="100"/>
        </p:scale>
        <p:origin x="56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A5545-4ECC-42A9-B95E-0B706CF73D9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F820C5E-3CE4-4458-8464-3C4CA1B484ED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MX" dirty="0" err="1"/>
            <a:t>Java.lang.Object</a:t>
          </a:r>
          <a:endParaRPr lang="es-MX" dirty="0"/>
        </a:p>
      </dgm:t>
    </dgm:pt>
    <dgm:pt modelId="{26D796FE-DB9D-4248-BE77-A8D582CE5725}" type="parTrans" cxnId="{A6249F66-2A01-4C78-BE5E-D9575B4CD2AD}">
      <dgm:prSet/>
      <dgm:spPr/>
      <dgm:t>
        <a:bodyPr/>
        <a:lstStyle/>
        <a:p>
          <a:endParaRPr lang="es-MX"/>
        </a:p>
      </dgm:t>
    </dgm:pt>
    <dgm:pt modelId="{6B52202C-0101-4947-8420-4B5B2EAC66FC}" type="sibTrans" cxnId="{A6249F66-2A01-4C78-BE5E-D9575B4CD2AD}">
      <dgm:prSet/>
      <dgm:spPr/>
      <dgm:t>
        <a:bodyPr/>
        <a:lstStyle/>
        <a:p>
          <a:endParaRPr lang="es-MX"/>
        </a:p>
      </dgm:t>
    </dgm:pt>
    <dgm:pt modelId="{18DAC1BE-152E-44F1-9704-DF9E158998DC}">
      <dgm:prSet phldrT="[Texto]"/>
      <dgm:spPr/>
      <dgm:t>
        <a:bodyPr/>
        <a:lstStyle/>
        <a:p>
          <a:r>
            <a:rPr lang="es-MX" dirty="0" err="1"/>
            <a:t>Java.lang.Boolean</a:t>
          </a:r>
          <a:endParaRPr lang="es-MX" dirty="0"/>
        </a:p>
      </dgm:t>
    </dgm:pt>
    <dgm:pt modelId="{30003C47-B8FF-4253-8B52-E5236FD8540F}" type="parTrans" cxnId="{C75FCC40-7273-4311-8D88-BC4AA3AE529E}">
      <dgm:prSet/>
      <dgm:spPr/>
      <dgm:t>
        <a:bodyPr/>
        <a:lstStyle/>
        <a:p>
          <a:endParaRPr lang="es-MX"/>
        </a:p>
      </dgm:t>
    </dgm:pt>
    <dgm:pt modelId="{B0B7A791-0743-454D-9486-10E8889127F8}" type="sibTrans" cxnId="{C75FCC40-7273-4311-8D88-BC4AA3AE529E}">
      <dgm:prSet/>
      <dgm:spPr/>
      <dgm:t>
        <a:bodyPr/>
        <a:lstStyle/>
        <a:p>
          <a:endParaRPr lang="es-MX"/>
        </a:p>
      </dgm:t>
    </dgm:pt>
    <dgm:pt modelId="{85C9735F-3F12-4C0B-870A-55E8710F5E3D}">
      <dgm:prSet phldrT="[Texto]"/>
      <dgm:spPr/>
      <dgm:t>
        <a:bodyPr/>
        <a:lstStyle/>
        <a:p>
          <a:r>
            <a:rPr lang="es-MX" dirty="0" err="1"/>
            <a:t>Java.lang.Number</a:t>
          </a:r>
          <a:endParaRPr lang="es-MX" dirty="0"/>
        </a:p>
      </dgm:t>
    </dgm:pt>
    <dgm:pt modelId="{0DA3844A-56C5-4669-8D0D-340043B78A85}" type="parTrans" cxnId="{E6E70477-0B2F-431B-99FE-4D6D60F7750E}">
      <dgm:prSet/>
      <dgm:spPr/>
      <dgm:t>
        <a:bodyPr/>
        <a:lstStyle/>
        <a:p>
          <a:endParaRPr lang="es-MX"/>
        </a:p>
      </dgm:t>
    </dgm:pt>
    <dgm:pt modelId="{34DDF6B6-2AE6-4D2D-9550-247853F1957D}" type="sibTrans" cxnId="{E6E70477-0B2F-431B-99FE-4D6D60F7750E}">
      <dgm:prSet/>
      <dgm:spPr/>
      <dgm:t>
        <a:bodyPr/>
        <a:lstStyle/>
        <a:p>
          <a:endParaRPr lang="es-MX"/>
        </a:p>
      </dgm:t>
    </dgm:pt>
    <dgm:pt modelId="{2408A4D1-C96A-479C-A45E-5BB1A0601DE6}">
      <dgm:prSet phldrT="[Texto]"/>
      <dgm:spPr/>
      <dgm:t>
        <a:bodyPr/>
        <a:lstStyle/>
        <a:p>
          <a:r>
            <a:rPr lang="es-MX" dirty="0" err="1"/>
            <a:t>Java.lang.Character</a:t>
          </a:r>
          <a:endParaRPr lang="es-MX" dirty="0"/>
        </a:p>
      </dgm:t>
    </dgm:pt>
    <dgm:pt modelId="{C2802667-CF5A-4844-8BDB-0E2C7232C3CF}" type="parTrans" cxnId="{F0527CBB-DD08-4BDD-87CF-211CC1B9B037}">
      <dgm:prSet/>
      <dgm:spPr/>
      <dgm:t>
        <a:bodyPr/>
        <a:lstStyle/>
        <a:p>
          <a:endParaRPr lang="es-MX"/>
        </a:p>
      </dgm:t>
    </dgm:pt>
    <dgm:pt modelId="{E34272F1-BBCD-48A0-90DF-A51818483B0C}" type="sibTrans" cxnId="{F0527CBB-DD08-4BDD-87CF-211CC1B9B037}">
      <dgm:prSet/>
      <dgm:spPr/>
      <dgm:t>
        <a:bodyPr/>
        <a:lstStyle/>
        <a:p>
          <a:endParaRPr lang="es-MX"/>
        </a:p>
      </dgm:t>
    </dgm:pt>
    <dgm:pt modelId="{40823AB8-2B21-4AF8-BC4A-2FAF9A269A34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dirty="0" err="1"/>
            <a:t>Java.lang.Long</a:t>
          </a:r>
          <a:endParaRPr lang="es-MX" dirty="0"/>
        </a:p>
      </dgm:t>
    </dgm:pt>
    <dgm:pt modelId="{FDB2AB01-DC8F-411E-B57C-29100B61BD2B}" type="parTrans" cxnId="{96F8DA5D-33C4-4FC8-8E42-C1F337DC6759}">
      <dgm:prSet/>
      <dgm:spPr/>
      <dgm:t>
        <a:bodyPr/>
        <a:lstStyle/>
        <a:p>
          <a:endParaRPr lang="es-MX"/>
        </a:p>
      </dgm:t>
    </dgm:pt>
    <dgm:pt modelId="{18263088-FC52-44AD-B738-1BF833D6B1A8}" type="sibTrans" cxnId="{96F8DA5D-33C4-4FC8-8E42-C1F337DC6759}">
      <dgm:prSet/>
      <dgm:spPr/>
      <dgm:t>
        <a:bodyPr/>
        <a:lstStyle/>
        <a:p>
          <a:endParaRPr lang="es-MX"/>
        </a:p>
      </dgm:t>
    </dgm:pt>
    <dgm:pt modelId="{159213C0-A9DC-4CF1-B7AC-C7F005DD5F27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dirty="0" err="1"/>
            <a:t>Java.lang.Byte</a:t>
          </a:r>
          <a:endParaRPr lang="es-MX" dirty="0"/>
        </a:p>
      </dgm:t>
    </dgm:pt>
    <dgm:pt modelId="{DC8E9626-747F-4301-ADF7-D75E43FF1C2C}" type="parTrans" cxnId="{4EBE1246-7BC6-4A08-A98C-7968A2E5B221}">
      <dgm:prSet/>
      <dgm:spPr/>
      <dgm:t>
        <a:bodyPr/>
        <a:lstStyle/>
        <a:p>
          <a:endParaRPr lang="es-MX"/>
        </a:p>
      </dgm:t>
    </dgm:pt>
    <dgm:pt modelId="{CAE66F6B-F3B4-4839-90B3-6679EFF07EF2}" type="sibTrans" cxnId="{4EBE1246-7BC6-4A08-A98C-7968A2E5B221}">
      <dgm:prSet/>
      <dgm:spPr/>
      <dgm:t>
        <a:bodyPr/>
        <a:lstStyle/>
        <a:p>
          <a:endParaRPr lang="es-MX"/>
        </a:p>
      </dgm:t>
    </dgm:pt>
    <dgm:pt modelId="{88725C67-73F4-4DCE-86E9-350C695D8AA2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dirty="0" err="1"/>
            <a:t>Java.lang.Short</a:t>
          </a:r>
          <a:endParaRPr lang="es-MX" dirty="0"/>
        </a:p>
      </dgm:t>
    </dgm:pt>
    <dgm:pt modelId="{8D4BC39E-B816-45DE-9A53-95F51E64E71F}" type="parTrans" cxnId="{1B478490-E0F9-40B5-B314-271419B5CED6}">
      <dgm:prSet>
        <dgm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s-MX"/>
        </a:p>
      </dgm:t>
    </dgm:pt>
    <dgm:pt modelId="{1E5ABD53-EF4C-4811-B5D5-1DE1E8296CF6}" type="sibTrans" cxnId="{1B478490-E0F9-40B5-B314-271419B5CED6}">
      <dgm:prSet/>
      <dgm:spPr/>
      <dgm:t>
        <a:bodyPr/>
        <a:lstStyle/>
        <a:p>
          <a:endParaRPr lang="es-MX"/>
        </a:p>
      </dgm:t>
    </dgm:pt>
    <dgm:pt modelId="{C09AEE84-BCC5-4910-8812-BE3A1406A5B1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dirty="0" err="1"/>
            <a:t>Java.lang.Integer</a:t>
          </a:r>
          <a:endParaRPr lang="es-MX" dirty="0"/>
        </a:p>
      </dgm:t>
    </dgm:pt>
    <dgm:pt modelId="{9BCB9D68-5AF9-444F-852D-19E8976636ED}" type="parTrans" cxnId="{DAEE187C-A974-481E-B520-53BD66BDEBA0}">
      <dgm:prSet/>
      <dgm:spPr/>
      <dgm:t>
        <a:bodyPr/>
        <a:lstStyle/>
        <a:p>
          <a:endParaRPr lang="es-MX"/>
        </a:p>
      </dgm:t>
    </dgm:pt>
    <dgm:pt modelId="{A128B3D2-A732-49F4-8271-69F519E4CF20}" type="sibTrans" cxnId="{DAEE187C-A974-481E-B520-53BD66BDEBA0}">
      <dgm:prSet/>
      <dgm:spPr/>
      <dgm:t>
        <a:bodyPr/>
        <a:lstStyle/>
        <a:p>
          <a:endParaRPr lang="es-MX"/>
        </a:p>
      </dgm:t>
    </dgm:pt>
    <dgm:pt modelId="{ADB5120A-4C70-45FF-9425-E2E63FE881AD}" type="pres">
      <dgm:prSet presAssocID="{333A5545-4ECC-42A9-B95E-0B706CF73D9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BA03983-20AA-453B-81F9-EA1E5D4A3D74}" type="pres">
      <dgm:prSet presAssocID="{DF820C5E-3CE4-4458-8464-3C4CA1B484ED}" presName="hierRoot1" presStyleCnt="0">
        <dgm:presLayoutVars>
          <dgm:hierBranch val="init"/>
        </dgm:presLayoutVars>
      </dgm:prSet>
      <dgm:spPr/>
    </dgm:pt>
    <dgm:pt modelId="{49155AC4-5A8A-4CB2-B5F2-C922A3C11131}" type="pres">
      <dgm:prSet presAssocID="{DF820C5E-3CE4-4458-8464-3C4CA1B484ED}" presName="rootComposite1" presStyleCnt="0"/>
      <dgm:spPr/>
    </dgm:pt>
    <dgm:pt modelId="{60F2B824-C014-4285-B667-95CC1AEDD315}" type="pres">
      <dgm:prSet presAssocID="{DF820C5E-3CE4-4458-8464-3C4CA1B484ED}" presName="rootText1" presStyleLbl="node0" presStyleIdx="0" presStyleCnt="2">
        <dgm:presLayoutVars>
          <dgm:chPref val="3"/>
        </dgm:presLayoutVars>
      </dgm:prSet>
      <dgm:spPr/>
    </dgm:pt>
    <dgm:pt modelId="{29540128-507E-4BD5-902E-06C2C01A5CA6}" type="pres">
      <dgm:prSet presAssocID="{DF820C5E-3CE4-4458-8464-3C4CA1B484ED}" presName="rootConnector1" presStyleLbl="node1" presStyleIdx="0" presStyleCnt="0"/>
      <dgm:spPr/>
    </dgm:pt>
    <dgm:pt modelId="{C2A6DE2F-5122-4EB6-A22E-48AA22B04F76}" type="pres">
      <dgm:prSet presAssocID="{DF820C5E-3CE4-4458-8464-3C4CA1B484ED}" presName="hierChild2" presStyleCnt="0"/>
      <dgm:spPr/>
    </dgm:pt>
    <dgm:pt modelId="{FD5C810A-4F15-4335-9B77-C257D1364EDF}" type="pres">
      <dgm:prSet presAssocID="{30003C47-B8FF-4253-8B52-E5236FD8540F}" presName="Name37" presStyleLbl="parChTrans1D2" presStyleIdx="0" presStyleCnt="3"/>
      <dgm:spPr/>
    </dgm:pt>
    <dgm:pt modelId="{99F21DCA-3F30-4A18-9342-DFE2E95032EA}" type="pres">
      <dgm:prSet presAssocID="{18DAC1BE-152E-44F1-9704-DF9E158998DC}" presName="hierRoot2" presStyleCnt="0">
        <dgm:presLayoutVars>
          <dgm:hierBranch val="init"/>
        </dgm:presLayoutVars>
      </dgm:prSet>
      <dgm:spPr/>
    </dgm:pt>
    <dgm:pt modelId="{EEB6EB9D-0B9B-4A68-ABE7-FBC7A518538B}" type="pres">
      <dgm:prSet presAssocID="{18DAC1BE-152E-44F1-9704-DF9E158998DC}" presName="rootComposite" presStyleCnt="0"/>
      <dgm:spPr/>
    </dgm:pt>
    <dgm:pt modelId="{06DB539B-F147-40AD-AC46-542A00456A90}" type="pres">
      <dgm:prSet presAssocID="{18DAC1BE-152E-44F1-9704-DF9E158998DC}" presName="rootText" presStyleLbl="node2" presStyleIdx="0" presStyleCnt="3">
        <dgm:presLayoutVars>
          <dgm:chPref val="3"/>
        </dgm:presLayoutVars>
      </dgm:prSet>
      <dgm:spPr/>
    </dgm:pt>
    <dgm:pt modelId="{1985097A-B19B-4C0F-BDD8-DA7369934062}" type="pres">
      <dgm:prSet presAssocID="{18DAC1BE-152E-44F1-9704-DF9E158998DC}" presName="rootConnector" presStyleLbl="node2" presStyleIdx="0" presStyleCnt="3"/>
      <dgm:spPr/>
    </dgm:pt>
    <dgm:pt modelId="{2E783CE5-6224-4E1E-9AA8-B6817E2D70B6}" type="pres">
      <dgm:prSet presAssocID="{18DAC1BE-152E-44F1-9704-DF9E158998DC}" presName="hierChild4" presStyleCnt="0"/>
      <dgm:spPr/>
    </dgm:pt>
    <dgm:pt modelId="{CDD2FDD6-3271-4194-B885-A362048AEA80}" type="pres">
      <dgm:prSet presAssocID="{18DAC1BE-152E-44F1-9704-DF9E158998DC}" presName="hierChild5" presStyleCnt="0"/>
      <dgm:spPr/>
    </dgm:pt>
    <dgm:pt modelId="{064A7D18-3EAE-473E-B00C-B5A7AB98E583}" type="pres">
      <dgm:prSet presAssocID="{0DA3844A-56C5-4669-8D0D-340043B78A85}" presName="Name37" presStyleLbl="parChTrans1D2" presStyleIdx="1" presStyleCnt="3"/>
      <dgm:spPr/>
    </dgm:pt>
    <dgm:pt modelId="{8F39271C-3A93-4EB1-AD34-9364A1496DBD}" type="pres">
      <dgm:prSet presAssocID="{85C9735F-3F12-4C0B-870A-55E8710F5E3D}" presName="hierRoot2" presStyleCnt="0">
        <dgm:presLayoutVars>
          <dgm:hierBranch val="init"/>
        </dgm:presLayoutVars>
      </dgm:prSet>
      <dgm:spPr/>
    </dgm:pt>
    <dgm:pt modelId="{21B9BB4E-5332-4084-BF2F-0E9915775E14}" type="pres">
      <dgm:prSet presAssocID="{85C9735F-3F12-4C0B-870A-55E8710F5E3D}" presName="rootComposite" presStyleCnt="0"/>
      <dgm:spPr/>
    </dgm:pt>
    <dgm:pt modelId="{8C000B81-8611-41BD-A608-4FDE103273E7}" type="pres">
      <dgm:prSet presAssocID="{85C9735F-3F12-4C0B-870A-55E8710F5E3D}" presName="rootText" presStyleLbl="node2" presStyleIdx="1" presStyleCnt="3">
        <dgm:presLayoutVars>
          <dgm:chPref val="3"/>
        </dgm:presLayoutVars>
      </dgm:prSet>
      <dgm:spPr/>
    </dgm:pt>
    <dgm:pt modelId="{93FC675E-3799-4F3D-AA8C-1DCEF656E757}" type="pres">
      <dgm:prSet presAssocID="{85C9735F-3F12-4C0B-870A-55E8710F5E3D}" presName="rootConnector" presStyleLbl="node2" presStyleIdx="1" presStyleCnt="3"/>
      <dgm:spPr/>
    </dgm:pt>
    <dgm:pt modelId="{08F91578-DA2C-45CD-B909-4AB13DC37523}" type="pres">
      <dgm:prSet presAssocID="{85C9735F-3F12-4C0B-870A-55E8710F5E3D}" presName="hierChild4" presStyleCnt="0"/>
      <dgm:spPr/>
    </dgm:pt>
    <dgm:pt modelId="{7F717DFE-0C73-4587-9D01-0FD2D40E806A}" type="pres">
      <dgm:prSet presAssocID="{FDB2AB01-DC8F-411E-B57C-29100B61BD2B}" presName="Name37" presStyleLbl="parChTrans1D3" presStyleIdx="0" presStyleCnt="3"/>
      <dgm:spPr/>
    </dgm:pt>
    <dgm:pt modelId="{08D37BED-298E-4394-8896-E8E8FEC1CED1}" type="pres">
      <dgm:prSet presAssocID="{40823AB8-2B21-4AF8-BC4A-2FAF9A269A34}" presName="hierRoot2" presStyleCnt="0">
        <dgm:presLayoutVars>
          <dgm:hierBranch val="init"/>
        </dgm:presLayoutVars>
      </dgm:prSet>
      <dgm:spPr/>
    </dgm:pt>
    <dgm:pt modelId="{F1945A12-457F-4A62-951C-AA87A93991EC}" type="pres">
      <dgm:prSet presAssocID="{40823AB8-2B21-4AF8-BC4A-2FAF9A269A34}" presName="rootComposite" presStyleCnt="0"/>
      <dgm:spPr/>
    </dgm:pt>
    <dgm:pt modelId="{AA96E783-5997-499D-811F-B9FF18CC1BE0}" type="pres">
      <dgm:prSet presAssocID="{40823AB8-2B21-4AF8-BC4A-2FAF9A269A34}" presName="rootText" presStyleLbl="node3" presStyleIdx="0" presStyleCnt="3" custLinFactNeighborY="1776">
        <dgm:presLayoutVars>
          <dgm:chPref val="3"/>
        </dgm:presLayoutVars>
      </dgm:prSet>
      <dgm:spPr/>
    </dgm:pt>
    <dgm:pt modelId="{82FBFCF9-F193-40E3-82B4-8D0B5C861E74}" type="pres">
      <dgm:prSet presAssocID="{40823AB8-2B21-4AF8-BC4A-2FAF9A269A34}" presName="rootConnector" presStyleLbl="node3" presStyleIdx="0" presStyleCnt="3"/>
      <dgm:spPr/>
    </dgm:pt>
    <dgm:pt modelId="{C5FC6EE8-E359-4CE4-AAB6-984DE0380C71}" type="pres">
      <dgm:prSet presAssocID="{40823AB8-2B21-4AF8-BC4A-2FAF9A269A34}" presName="hierChild4" presStyleCnt="0"/>
      <dgm:spPr/>
    </dgm:pt>
    <dgm:pt modelId="{DE2C724F-D558-4542-874D-22ABB56554E5}" type="pres">
      <dgm:prSet presAssocID="{40823AB8-2B21-4AF8-BC4A-2FAF9A269A34}" presName="hierChild5" presStyleCnt="0"/>
      <dgm:spPr/>
    </dgm:pt>
    <dgm:pt modelId="{31C51C45-4E9F-46EC-9D1A-1741FC39C3FF}" type="pres">
      <dgm:prSet presAssocID="{DC8E9626-747F-4301-ADF7-D75E43FF1C2C}" presName="Name37" presStyleLbl="parChTrans1D3" presStyleIdx="1" presStyleCnt="3"/>
      <dgm:spPr/>
    </dgm:pt>
    <dgm:pt modelId="{1B15630A-E84D-4990-BF48-09A6A87A5CD1}" type="pres">
      <dgm:prSet presAssocID="{159213C0-A9DC-4CF1-B7AC-C7F005DD5F27}" presName="hierRoot2" presStyleCnt="0">
        <dgm:presLayoutVars>
          <dgm:hierBranch val="init"/>
        </dgm:presLayoutVars>
      </dgm:prSet>
      <dgm:spPr/>
    </dgm:pt>
    <dgm:pt modelId="{59ECD083-5D40-4A79-90E4-7805E4902660}" type="pres">
      <dgm:prSet presAssocID="{159213C0-A9DC-4CF1-B7AC-C7F005DD5F27}" presName="rootComposite" presStyleCnt="0"/>
      <dgm:spPr/>
    </dgm:pt>
    <dgm:pt modelId="{66A7672B-ED6C-444D-9972-9D7F5C54D548}" type="pres">
      <dgm:prSet presAssocID="{159213C0-A9DC-4CF1-B7AC-C7F005DD5F27}" presName="rootText" presStyleLbl="node3" presStyleIdx="1" presStyleCnt="3" custLinFactX="-28021" custLinFactY="-40349" custLinFactNeighborX="-100000" custLinFactNeighborY="-100000">
        <dgm:presLayoutVars>
          <dgm:chPref val="3"/>
        </dgm:presLayoutVars>
      </dgm:prSet>
      <dgm:spPr/>
    </dgm:pt>
    <dgm:pt modelId="{E14F5DBA-B965-48EA-8844-FE2DD8FB9EA9}" type="pres">
      <dgm:prSet presAssocID="{159213C0-A9DC-4CF1-B7AC-C7F005DD5F27}" presName="rootConnector" presStyleLbl="node3" presStyleIdx="1" presStyleCnt="3"/>
      <dgm:spPr/>
    </dgm:pt>
    <dgm:pt modelId="{D4CC9ACF-4804-4D6B-A679-F1D2EF4DB6B2}" type="pres">
      <dgm:prSet presAssocID="{159213C0-A9DC-4CF1-B7AC-C7F005DD5F27}" presName="hierChild4" presStyleCnt="0"/>
      <dgm:spPr/>
    </dgm:pt>
    <dgm:pt modelId="{863D9769-1423-45DF-93B2-AB93AE4CA160}" type="pres">
      <dgm:prSet presAssocID="{159213C0-A9DC-4CF1-B7AC-C7F005DD5F27}" presName="hierChild5" presStyleCnt="0"/>
      <dgm:spPr/>
    </dgm:pt>
    <dgm:pt modelId="{9D9D98D1-910A-47CC-AF42-82FE26B54D33}" type="pres">
      <dgm:prSet presAssocID="{8D4BC39E-B816-45DE-9A53-95F51E64E71F}" presName="Name37" presStyleLbl="parChTrans1D3" presStyleIdx="2" presStyleCnt="3"/>
      <dgm:spPr/>
    </dgm:pt>
    <dgm:pt modelId="{1363C283-5E2D-4AD2-9643-6BFF41868015}" type="pres">
      <dgm:prSet presAssocID="{88725C67-73F4-4DCE-86E9-350C695D8AA2}" presName="hierRoot2" presStyleCnt="0">
        <dgm:presLayoutVars>
          <dgm:hierBranch val="init"/>
        </dgm:presLayoutVars>
      </dgm:prSet>
      <dgm:spPr/>
    </dgm:pt>
    <dgm:pt modelId="{173D0316-0B42-4C6A-A700-8013DD19B142}" type="pres">
      <dgm:prSet presAssocID="{88725C67-73F4-4DCE-86E9-350C695D8AA2}" presName="rootComposite" presStyleCnt="0"/>
      <dgm:spPr/>
    </dgm:pt>
    <dgm:pt modelId="{3EAA2F34-C9E7-4066-8A9B-79E5A092BA43}" type="pres">
      <dgm:prSet presAssocID="{88725C67-73F4-4DCE-86E9-350C695D8AA2}" presName="rootText" presStyleLbl="node3" presStyleIdx="2" presStyleCnt="3" custLinFactY="-35281" custLinFactNeighborX="12964" custLinFactNeighborY="-100000">
        <dgm:presLayoutVars>
          <dgm:chPref val="3"/>
        </dgm:presLayoutVars>
      </dgm:prSet>
      <dgm:spPr/>
    </dgm:pt>
    <dgm:pt modelId="{3C5E82D3-7234-4579-817B-65D607B58B1C}" type="pres">
      <dgm:prSet presAssocID="{88725C67-73F4-4DCE-86E9-350C695D8AA2}" presName="rootConnector" presStyleLbl="node3" presStyleIdx="2" presStyleCnt="3"/>
      <dgm:spPr/>
    </dgm:pt>
    <dgm:pt modelId="{4C1B4D03-E210-4EDF-AC13-C95F8BA58EC6}" type="pres">
      <dgm:prSet presAssocID="{88725C67-73F4-4DCE-86E9-350C695D8AA2}" presName="hierChild4" presStyleCnt="0"/>
      <dgm:spPr/>
    </dgm:pt>
    <dgm:pt modelId="{4A6C066F-C801-499E-91F9-54D0A94AF558}" type="pres">
      <dgm:prSet presAssocID="{88725C67-73F4-4DCE-86E9-350C695D8AA2}" presName="hierChild5" presStyleCnt="0"/>
      <dgm:spPr/>
    </dgm:pt>
    <dgm:pt modelId="{35D0416D-3117-4D24-99D2-DC523DFD3B60}" type="pres">
      <dgm:prSet presAssocID="{85C9735F-3F12-4C0B-870A-55E8710F5E3D}" presName="hierChild5" presStyleCnt="0"/>
      <dgm:spPr/>
    </dgm:pt>
    <dgm:pt modelId="{81CDD5FA-55EB-44D2-82DF-B3B5700B16A2}" type="pres">
      <dgm:prSet presAssocID="{C2802667-CF5A-4844-8BDB-0E2C7232C3CF}" presName="Name37" presStyleLbl="parChTrans1D2" presStyleIdx="2" presStyleCnt="3"/>
      <dgm:spPr/>
    </dgm:pt>
    <dgm:pt modelId="{2A058CEE-4367-4585-8729-D2AE35994462}" type="pres">
      <dgm:prSet presAssocID="{2408A4D1-C96A-479C-A45E-5BB1A0601DE6}" presName="hierRoot2" presStyleCnt="0">
        <dgm:presLayoutVars>
          <dgm:hierBranch val="init"/>
        </dgm:presLayoutVars>
      </dgm:prSet>
      <dgm:spPr/>
    </dgm:pt>
    <dgm:pt modelId="{5DB29E44-1A95-4E1A-ABB8-2CC2BB31A834}" type="pres">
      <dgm:prSet presAssocID="{2408A4D1-C96A-479C-A45E-5BB1A0601DE6}" presName="rootComposite" presStyleCnt="0"/>
      <dgm:spPr/>
    </dgm:pt>
    <dgm:pt modelId="{77F27943-C0FC-4C57-9AF1-4313B4466B98}" type="pres">
      <dgm:prSet presAssocID="{2408A4D1-C96A-479C-A45E-5BB1A0601DE6}" presName="rootText" presStyleLbl="node2" presStyleIdx="2" presStyleCnt="3">
        <dgm:presLayoutVars>
          <dgm:chPref val="3"/>
        </dgm:presLayoutVars>
      </dgm:prSet>
      <dgm:spPr/>
    </dgm:pt>
    <dgm:pt modelId="{752BB7B5-F9B2-4124-A9C2-AE7C84992CAD}" type="pres">
      <dgm:prSet presAssocID="{2408A4D1-C96A-479C-A45E-5BB1A0601DE6}" presName="rootConnector" presStyleLbl="node2" presStyleIdx="2" presStyleCnt="3"/>
      <dgm:spPr/>
    </dgm:pt>
    <dgm:pt modelId="{0DD33075-FE4E-46FC-A363-B069EF5710D5}" type="pres">
      <dgm:prSet presAssocID="{2408A4D1-C96A-479C-A45E-5BB1A0601DE6}" presName="hierChild4" presStyleCnt="0"/>
      <dgm:spPr/>
    </dgm:pt>
    <dgm:pt modelId="{65650F42-909C-4EA1-A25C-A3A946889CF6}" type="pres">
      <dgm:prSet presAssocID="{2408A4D1-C96A-479C-A45E-5BB1A0601DE6}" presName="hierChild5" presStyleCnt="0"/>
      <dgm:spPr/>
    </dgm:pt>
    <dgm:pt modelId="{41221904-9D67-445E-AB19-692CDC04F689}" type="pres">
      <dgm:prSet presAssocID="{DF820C5E-3CE4-4458-8464-3C4CA1B484ED}" presName="hierChild3" presStyleCnt="0"/>
      <dgm:spPr/>
    </dgm:pt>
    <dgm:pt modelId="{036FA38F-17D2-4C46-9FD0-444B0CC79CC6}" type="pres">
      <dgm:prSet presAssocID="{C09AEE84-BCC5-4910-8812-BE3A1406A5B1}" presName="hierRoot1" presStyleCnt="0">
        <dgm:presLayoutVars>
          <dgm:hierBranch val="init"/>
        </dgm:presLayoutVars>
      </dgm:prSet>
      <dgm:spPr/>
    </dgm:pt>
    <dgm:pt modelId="{EB7AC1FE-31F8-428D-8C6E-80A620FE8362}" type="pres">
      <dgm:prSet presAssocID="{C09AEE84-BCC5-4910-8812-BE3A1406A5B1}" presName="rootComposite1" presStyleCnt="0"/>
      <dgm:spPr/>
    </dgm:pt>
    <dgm:pt modelId="{20BDE7F0-B599-4A19-B582-35249C73C16B}" type="pres">
      <dgm:prSet presAssocID="{C09AEE84-BCC5-4910-8812-BE3A1406A5B1}" presName="rootText1" presStyleLbl="node0" presStyleIdx="1" presStyleCnt="2" custLinFactX="-100000" custLinFactY="200000" custLinFactNeighborX="-122670" custLinFactNeighborY="238460">
        <dgm:presLayoutVars>
          <dgm:chPref val="3"/>
        </dgm:presLayoutVars>
      </dgm:prSet>
      <dgm:spPr/>
    </dgm:pt>
    <dgm:pt modelId="{475A6882-847A-4C7A-A560-35B0F6E67492}" type="pres">
      <dgm:prSet presAssocID="{C09AEE84-BCC5-4910-8812-BE3A1406A5B1}" presName="rootConnector1" presStyleLbl="node1" presStyleIdx="0" presStyleCnt="0"/>
      <dgm:spPr/>
    </dgm:pt>
    <dgm:pt modelId="{BB030D74-3520-457B-9EAD-C4B0D892CA94}" type="pres">
      <dgm:prSet presAssocID="{C09AEE84-BCC5-4910-8812-BE3A1406A5B1}" presName="hierChild2" presStyleCnt="0"/>
      <dgm:spPr/>
    </dgm:pt>
    <dgm:pt modelId="{F3CFDBF9-1AD3-48DB-9269-1A818A41B03C}" type="pres">
      <dgm:prSet presAssocID="{C09AEE84-BCC5-4910-8812-BE3A1406A5B1}" presName="hierChild3" presStyleCnt="0"/>
      <dgm:spPr/>
    </dgm:pt>
  </dgm:ptLst>
  <dgm:cxnLst>
    <dgm:cxn modelId="{8CAE5109-109C-45F4-B7C7-6A3DEF195A08}" type="presOf" srcId="{159213C0-A9DC-4CF1-B7AC-C7F005DD5F27}" destId="{E14F5DBA-B965-48EA-8844-FE2DD8FB9EA9}" srcOrd="1" destOrd="0" presId="urn:microsoft.com/office/officeart/2005/8/layout/orgChart1"/>
    <dgm:cxn modelId="{E427791D-06E8-4F70-A20B-D712A1169BB9}" type="presOf" srcId="{DF820C5E-3CE4-4458-8464-3C4CA1B484ED}" destId="{29540128-507E-4BD5-902E-06C2C01A5CA6}" srcOrd="1" destOrd="0" presId="urn:microsoft.com/office/officeart/2005/8/layout/orgChart1"/>
    <dgm:cxn modelId="{D3C82729-871F-4A97-A49D-60B518013AAD}" type="presOf" srcId="{DF820C5E-3CE4-4458-8464-3C4CA1B484ED}" destId="{60F2B824-C014-4285-B667-95CC1AEDD315}" srcOrd="0" destOrd="0" presId="urn:microsoft.com/office/officeart/2005/8/layout/orgChart1"/>
    <dgm:cxn modelId="{BB76833D-EAD8-4D0E-8A81-EFC5D91CFE8C}" type="presOf" srcId="{40823AB8-2B21-4AF8-BC4A-2FAF9A269A34}" destId="{82FBFCF9-F193-40E3-82B4-8D0B5C861E74}" srcOrd="1" destOrd="0" presId="urn:microsoft.com/office/officeart/2005/8/layout/orgChart1"/>
    <dgm:cxn modelId="{1593B23E-5669-4E84-814D-191E24D438E5}" type="presOf" srcId="{88725C67-73F4-4DCE-86E9-350C695D8AA2}" destId="{3EAA2F34-C9E7-4066-8A9B-79E5A092BA43}" srcOrd="0" destOrd="0" presId="urn:microsoft.com/office/officeart/2005/8/layout/orgChart1"/>
    <dgm:cxn modelId="{C75FCC40-7273-4311-8D88-BC4AA3AE529E}" srcId="{DF820C5E-3CE4-4458-8464-3C4CA1B484ED}" destId="{18DAC1BE-152E-44F1-9704-DF9E158998DC}" srcOrd="0" destOrd="0" parTransId="{30003C47-B8FF-4253-8B52-E5236FD8540F}" sibTransId="{B0B7A791-0743-454D-9486-10E8889127F8}"/>
    <dgm:cxn modelId="{1530D440-26BC-4427-98DB-370F00BC08A8}" type="presOf" srcId="{C09AEE84-BCC5-4910-8812-BE3A1406A5B1}" destId="{475A6882-847A-4C7A-A560-35B0F6E67492}" srcOrd="1" destOrd="0" presId="urn:microsoft.com/office/officeart/2005/8/layout/orgChart1"/>
    <dgm:cxn modelId="{96F8DA5D-33C4-4FC8-8E42-C1F337DC6759}" srcId="{85C9735F-3F12-4C0B-870A-55E8710F5E3D}" destId="{40823AB8-2B21-4AF8-BC4A-2FAF9A269A34}" srcOrd="0" destOrd="0" parTransId="{FDB2AB01-DC8F-411E-B57C-29100B61BD2B}" sibTransId="{18263088-FC52-44AD-B738-1BF833D6B1A8}"/>
    <dgm:cxn modelId="{2D71A545-69F5-4CBD-9A5B-68AD6B5DBEC2}" type="presOf" srcId="{18DAC1BE-152E-44F1-9704-DF9E158998DC}" destId="{1985097A-B19B-4C0F-BDD8-DA7369934062}" srcOrd="1" destOrd="0" presId="urn:microsoft.com/office/officeart/2005/8/layout/orgChart1"/>
    <dgm:cxn modelId="{4EBE1246-7BC6-4A08-A98C-7968A2E5B221}" srcId="{85C9735F-3F12-4C0B-870A-55E8710F5E3D}" destId="{159213C0-A9DC-4CF1-B7AC-C7F005DD5F27}" srcOrd="1" destOrd="0" parTransId="{DC8E9626-747F-4301-ADF7-D75E43FF1C2C}" sibTransId="{CAE66F6B-F3B4-4839-90B3-6679EFF07EF2}"/>
    <dgm:cxn modelId="{A6249F66-2A01-4C78-BE5E-D9575B4CD2AD}" srcId="{333A5545-4ECC-42A9-B95E-0B706CF73D99}" destId="{DF820C5E-3CE4-4458-8464-3C4CA1B484ED}" srcOrd="0" destOrd="0" parTransId="{26D796FE-DB9D-4248-BE77-A8D582CE5725}" sibTransId="{6B52202C-0101-4947-8420-4B5B2EAC66FC}"/>
    <dgm:cxn modelId="{803C3A6A-E99F-4613-9159-DEDF0B0F645D}" type="presOf" srcId="{FDB2AB01-DC8F-411E-B57C-29100B61BD2B}" destId="{7F717DFE-0C73-4587-9D01-0FD2D40E806A}" srcOrd="0" destOrd="0" presId="urn:microsoft.com/office/officeart/2005/8/layout/orgChart1"/>
    <dgm:cxn modelId="{1874974F-34EB-4C35-80A0-EBBA314B8834}" type="presOf" srcId="{DC8E9626-747F-4301-ADF7-D75E43FF1C2C}" destId="{31C51C45-4E9F-46EC-9D1A-1741FC39C3FF}" srcOrd="0" destOrd="0" presId="urn:microsoft.com/office/officeart/2005/8/layout/orgChart1"/>
    <dgm:cxn modelId="{E6E70477-0B2F-431B-99FE-4D6D60F7750E}" srcId="{DF820C5E-3CE4-4458-8464-3C4CA1B484ED}" destId="{85C9735F-3F12-4C0B-870A-55E8710F5E3D}" srcOrd="1" destOrd="0" parTransId="{0DA3844A-56C5-4669-8D0D-340043B78A85}" sibTransId="{34DDF6B6-2AE6-4D2D-9550-247853F1957D}"/>
    <dgm:cxn modelId="{99C70979-4A3A-4356-984A-27F6779A8148}" type="presOf" srcId="{88725C67-73F4-4DCE-86E9-350C695D8AA2}" destId="{3C5E82D3-7234-4579-817B-65D607B58B1C}" srcOrd="1" destOrd="0" presId="urn:microsoft.com/office/officeart/2005/8/layout/orgChart1"/>
    <dgm:cxn modelId="{DAEE187C-A974-481E-B520-53BD66BDEBA0}" srcId="{333A5545-4ECC-42A9-B95E-0B706CF73D99}" destId="{C09AEE84-BCC5-4910-8812-BE3A1406A5B1}" srcOrd="1" destOrd="0" parTransId="{9BCB9D68-5AF9-444F-852D-19E8976636ED}" sibTransId="{A128B3D2-A732-49F4-8271-69F519E4CF20}"/>
    <dgm:cxn modelId="{1B478490-E0F9-40B5-B314-271419B5CED6}" srcId="{85C9735F-3F12-4C0B-870A-55E8710F5E3D}" destId="{88725C67-73F4-4DCE-86E9-350C695D8AA2}" srcOrd="2" destOrd="0" parTransId="{8D4BC39E-B816-45DE-9A53-95F51E64E71F}" sibTransId="{1E5ABD53-EF4C-4811-B5D5-1DE1E8296CF6}"/>
    <dgm:cxn modelId="{D122FD96-5DA9-47F0-8BE6-D26403FA3789}" type="presOf" srcId="{333A5545-4ECC-42A9-B95E-0B706CF73D99}" destId="{ADB5120A-4C70-45FF-9425-E2E63FE881AD}" srcOrd="0" destOrd="0" presId="urn:microsoft.com/office/officeart/2005/8/layout/orgChart1"/>
    <dgm:cxn modelId="{ED7D2499-8CF8-449B-B0E5-122728A3C6B4}" type="presOf" srcId="{0DA3844A-56C5-4669-8D0D-340043B78A85}" destId="{064A7D18-3EAE-473E-B00C-B5A7AB98E583}" srcOrd="0" destOrd="0" presId="urn:microsoft.com/office/officeart/2005/8/layout/orgChart1"/>
    <dgm:cxn modelId="{578536A9-981A-4ACE-9A70-EEC154C7EB08}" type="presOf" srcId="{159213C0-A9DC-4CF1-B7AC-C7F005DD5F27}" destId="{66A7672B-ED6C-444D-9972-9D7F5C54D548}" srcOrd="0" destOrd="0" presId="urn:microsoft.com/office/officeart/2005/8/layout/orgChart1"/>
    <dgm:cxn modelId="{F0527CBB-DD08-4BDD-87CF-211CC1B9B037}" srcId="{DF820C5E-3CE4-4458-8464-3C4CA1B484ED}" destId="{2408A4D1-C96A-479C-A45E-5BB1A0601DE6}" srcOrd="2" destOrd="0" parTransId="{C2802667-CF5A-4844-8BDB-0E2C7232C3CF}" sibTransId="{E34272F1-BBCD-48A0-90DF-A51818483B0C}"/>
    <dgm:cxn modelId="{0EFAB1BC-089F-46F3-B03B-B123A8DC15C7}" type="presOf" srcId="{C09AEE84-BCC5-4910-8812-BE3A1406A5B1}" destId="{20BDE7F0-B599-4A19-B582-35249C73C16B}" srcOrd="0" destOrd="0" presId="urn:microsoft.com/office/officeart/2005/8/layout/orgChart1"/>
    <dgm:cxn modelId="{01FEEAC1-5A77-417C-B843-3D1530AB2352}" type="presOf" srcId="{40823AB8-2B21-4AF8-BC4A-2FAF9A269A34}" destId="{AA96E783-5997-499D-811F-B9FF18CC1BE0}" srcOrd="0" destOrd="0" presId="urn:microsoft.com/office/officeart/2005/8/layout/orgChart1"/>
    <dgm:cxn modelId="{0AAEF6C2-639C-4675-9B16-332C6971D089}" type="presOf" srcId="{2408A4D1-C96A-479C-A45E-5BB1A0601DE6}" destId="{752BB7B5-F9B2-4124-A9C2-AE7C84992CAD}" srcOrd="1" destOrd="0" presId="urn:microsoft.com/office/officeart/2005/8/layout/orgChart1"/>
    <dgm:cxn modelId="{A59851C3-19A2-434A-9EA4-B16559BC944D}" type="presOf" srcId="{8D4BC39E-B816-45DE-9A53-95F51E64E71F}" destId="{9D9D98D1-910A-47CC-AF42-82FE26B54D33}" srcOrd="0" destOrd="0" presId="urn:microsoft.com/office/officeart/2005/8/layout/orgChart1"/>
    <dgm:cxn modelId="{28BC99C6-978F-427D-AD87-9E60AA559A2C}" type="presOf" srcId="{2408A4D1-C96A-479C-A45E-5BB1A0601DE6}" destId="{77F27943-C0FC-4C57-9AF1-4313B4466B98}" srcOrd="0" destOrd="0" presId="urn:microsoft.com/office/officeart/2005/8/layout/orgChart1"/>
    <dgm:cxn modelId="{A7125ED3-F66C-4D81-B552-825A12EE5912}" type="presOf" srcId="{30003C47-B8FF-4253-8B52-E5236FD8540F}" destId="{FD5C810A-4F15-4335-9B77-C257D1364EDF}" srcOrd="0" destOrd="0" presId="urn:microsoft.com/office/officeart/2005/8/layout/orgChart1"/>
    <dgm:cxn modelId="{3C1841D6-D1AA-4009-A741-B9A85D3701E8}" type="presOf" srcId="{85C9735F-3F12-4C0B-870A-55E8710F5E3D}" destId="{93FC675E-3799-4F3D-AA8C-1DCEF656E757}" srcOrd="1" destOrd="0" presId="urn:microsoft.com/office/officeart/2005/8/layout/orgChart1"/>
    <dgm:cxn modelId="{F4D156E9-8456-4508-8226-E05F44367655}" type="presOf" srcId="{C2802667-CF5A-4844-8BDB-0E2C7232C3CF}" destId="{81CDD5FA-55EB-44D2-82DF-B3B5700B16A2}" srcOrd="0" destOrd="0" presId="urn:microsoft.com/office/officeart/2005/8/layout/orgChart1"/>
    <dgm:cxn modelId="{85E89DF4-33E3-49FF-B3F4-7263863E4715}" type="presOf" srcId="{18DAC1BE-152E-44F1-9704-DF9E158998DC}" destId="{06DB539B-F147-40AD-AC46-542A00456A90}" srcOrd="0" destOrd="0" presId="urn:microsoft.com/office/officeart/2005/8/layout/orgChart1"/>
    <dgm:cxn modelId="{140CBDFA-4E06-48B9-817E-C8EF24741AF6}" type="presOf" srcId="{85C9735F-3F12-4C0B-870A-55E8710F5E3D}" destId="{8C000B81-8611-41BD-A608-4FDE103273E7}" srcOrd="0" destOrd="0" presId="urn:microsoft.com/office/officeart/2005/8/layout/orgChart1"/>
    <dgm:cxn modelId="{B84CA11F-93FA-48DC-901F-B8EC8AD75CD1}" type="presParOf" srcId="{ADB5120A-4C70-45FF-9425-E2E63FE881AD}" destId="{3BA03983-20AA-453B-81F9-EA1E5D4A3D74}" srcOrd="0" destOrd="0" presId="urn:microsoft.com/office/officeart/2005/8/layout/orgChart1"/>
    <dgm:cxn modelId="{3F762A88-2BFE-4EBC-B579-5262B80021E3}" type="presParOf" srcId="{3BA03983-20AA-453B-81F9-EA1E5D4A3D74}" destId="{49155AC4-5A8A-4CB2-B5F2-C922A3C11131}" srcOrd="0" destOrd="0" presId="urn:microsoft.com/office/officeart/2005/8/layout/orgChart1"/>
    <dgm:cxn modelId="{DD5AB5C6-79A6-41BF-929C-B3D5AE58B897}" type="presParOf" srcId="{49155AC4-5A8A-4CB2-B5F2-C922A3C11131}" destId="{60F2B824-C014-4285-B667-95CC1AEDD315}" srcOrd="0" destOrd="0" presId="urn:microsoft.com/office/officeart/2005/8/layout/orgChart1"/>
    <dgm:cxn modelId="{F7F399B4-68E5-4576-9902-161F72FED2C2}" type="presParOf" srcId="{49155AC4-5A8A-4CB2-B5F2-C922A3C11131}" destId="{29540128-507E-4BD5-902E-06C2C01A5CA6}" srcOrd="1" destOrd="0" presId="urn:microsoft.com/office/officeart/2005/8/layout/orgChart1"/>
    <dgm:cxn modelId="{96A19D99-BDC7-44B1-8E58-5E59CAD12086}" type="presParOf" srcId="{3BA03983-20AA-453B-81F9-EA1E5D4A3D74}" destId="{C2A6DE2F-5122-4EB6-A22E-48AA22B04F76}" srcOrd="1" destOrd="0" presId="urn:microsoft.com/office/officeart/2005/8/layout/orgChart1"/>
    <dgm:cxn modelId="{B0439AB7-FB0D-4B8A-A79C-EE5D66DA1E6E}" type="presParOf" srcId="{C2A6DE2F-5122-4EB6-A22E-48AA22B04F76}" destId="{FD5C810A-4F15-4335-9B77-C257D1364EDF}" srcOrd="0" destOrd="0" presId="urn:microsoft.com/office/officeart/2005/8/layout/orgChart1"/>
    <dgm:cxn modelId="{BEC0E665-CCFD-4125-AFF9-626042308A5C}" type="presParOf" srcId="{C2A6DE2F-5122-4EB6-A22E-48AA22B04F76}" destId="{99F21DCA-3F30-4A18-9342-DFE2E95032EA}" srcOrd="1" destOrd="0" presId="urn:microsoft.com/office/officeart/2005/8/layout/orgChart1"/>
    <dgm:cxn modelId="{006E59AB-0911-4FD1-A46B-1537866FC495}" type="presParOf" srcId="{99F21DCA-3F30-4A18-9342-DFE2E95032EA}" destId="{EEB6EB9D-0B9B-4A68-ABE7-FBC7A518538B}" srcOrd="0" destOrd="0" presId="urn:microsoft.com/office/officeart/2005/8/layout/orgChart1"/>
    <dgm:cxn modelId="{DDA3490D-3C44-4F47-9BA3-7696D5D86DF4}" type="presParOf" srcId="{EEB6EB9D-0B9B-4A68-ABE7-FBC7A518538B}" destId="{06DB539B-F147-40AD-AC46-542A00456A90}" srcOrd="0" destOrd="0" presId="urn:microsoft.com/office/officeart/2005/8/layout/orgChart1"/>
    <dgm:cxn modelId="{088C1BFE-389F-4E2C-969E-A727ABDF9878}" type="presParOf" srcId="{EEB6EB9D-0B9B-4A68-ABE7-FBC7A518538B}" destId="{1985097A-B19B-4C0F-BDD8-DA7369934062}" srcOrd="1" destOrd="0" presId="urn:microsoft.com/office/officeart/2005/8/layout/orgChart1"/>
    <dgm:cxn modelId="{78463EAF-A5A5-414B-B5EC-1BA437BECACA}" type="presParOf" srcId="{99F21DCA-3F30-4A18-9342-DFE2E95032EA}" destId="{2E783CE5-6224-4E1E-9AA8-B6817E2D70B6}" srcOrd="1" destOrd="0" presId="urn:microsoft.com/office/officeart/2005/8/layout/orgChart1"/>
    <dgm:cxn modelId="{E44B2016-67AC-4919-A8C6-3E1E6A83AA9D}" type="presParOf" srcId="{99F21DCA-3F30-4A18-9342-DFE2E95032EA}" destId="{CDD2FDD6-3271-4194-B885-A362048AEA80}" srcOrd="2" destOrd="0" presId="urn:microsoft.com/office/officeart/2005/8/layout/orgChart1"/>
    <dgm:cxn modelId="{7AB42212-CCBA-4610-BF41-4547AF6677DF}" type="presParOf" srcId="{C2A6DE2F-5122-4EB6-A22E-48AA22B04F76}" destId="{064A7D18-3EAE-473E-B00C-B5A7AB98E583}" srcOrd="2" destOrd="0" presId="urn:microsoft.com/office/officeart/2005/8/layout/orgChart1"/>
    <dgm:cxn modelId="{10012B84-B9AB-45C7-98B8-3419296686EE}" type="presParOf" srcId="{C2A6DE2F-5122-4EB6-A22E-48AA22B04F76}" destId="{8F39271C-3A93-4EB1-AD34-9364A1496DBD}" srcOrd="3" destOrd="0" presId="urn:microsoft.com/office/officeart/2005/8/layout/orgChart1"/>
    <dgm:cxn modelId="{CDC27D67-0CD1-4D70-BA01-FF26E17BA028}" type="presParOf" srcId="{8F39271C-3A93-4EB1-AD34-9364A1496DBD}" destId="{21B9BB4E-5332-4084-BF2F-0E9915775E14}" srcOrd="0" destOrd="0" presId="urn:microsoft.com/office/officeart/2005/8/layout/orgChart1"/>
    <dgm:cxn modelId="{F16D574C-8F63-4F4A-BF01-6C1F89975DC5}" type="presParOf" srcId="{21B9BB4E-5332-4084-BF2F-0E9915775E14}" destId="{8C000B81-8611-41BD-A608-4FDE103273E7}" srcOrd="0" destOrd="0" presId="urn:microsoft.com/office/officeart/2005/8/layout/orgChart1"/>
    <dgm:cxn modelId="{B8680F60-8D5C-49EC-9C42-A39A55D555E8}" type="presParOf" srcId="{21B9BB4E-5332-4084-BF2F-0E9915775E14}" destId="{93FC675E-3799-4F3D-AA8C-1DCEF656E757}" srcOrd="1" destOrd="0" presId="urn:microsoft.com/office/officeart/2005/8/layout/orgChart1"/>
    <dgm:cxn modelId="{5D028659-40E5-47EC-931D-17FAA2EA5B1E}" type="presParOf" srcId="{8F39271C-3A93-4EB1-AD34-9364A1496DBD}" destId="{08F91578-DA2C-45CD-B909-4AB13DC37523}" srcOrd="1" destOrd="0" presId="urn:microsoft.com/office/officeart/2005/8/layout/orgChart1"/>
    <dgm:cxn modelId="{6768191F-AA7A-4BC6-AA4F-15033B3E1FFF}" type="presParOf" srcId="{08F91578-DA2C-45CD-B909-4AB13DC37523}" destId="{7F717DFE-0C73-4587-9D01-0FD2D40E806A}" srcOrd="0" destOrd="0" presId="urn:microsoft.com/office/officeart/2005/8/layout/orgChart1"/>
    <dgm:cxn modelId="{3509BCFB-3323-48A1-AAFF-45E92D294EF4}" type="presParOf" srcId="{08F91578-DA2C-45CD-B909-4AB13DC37523}" destId="{08D37BED-298E-4394-8896-E8E8FEC1CED1}" srcOrd="1" destOrd="0" presId="urn:microsoft.com/office/officeart/2005/8/layout/orgChart1"/>
    <dgm:cxn modelId="{47E07AD9-1F57-460D-9CBF-3338BF4C40DF}" type="presParOf" srcId="{08D37BED-298E-4394-8896-E8E8FEC1CED1}" destId="{F1945A12-457F-4A62-951C-AA87A93991EC}" srcOrd="0" destOrd="0" presId="urn:microsoft.com/office/officeart/2005/8/layout/orgChart1"/>
    <dgm:cxn modelId="{F4C6AE29-C9AC-4132-AB33-6FCCEA0A946A}" type="presParOf" srcId="{F1945A12-457F-4A62-951C-AA87A93991EC}" destId="{AA96E783-5997-499D-811F-B9FF18CC1BE0}" srcOrd="0" destOrd="0" presId="urn:microsoft.com/office/officeart/2005/8/layout/orgChart1"/>
    <dgm:cxn modelId="{08553F22-3F96-4BCB-ACBB-1DDB2DE45A01}" type="presParOf" srcId="{F1945A12-457F-4A62-951C-AA87A93991EC}" destId="{82FBFCF9-F193-40E3-82B4-8D0B5C861E74}" srcOrd="1" destOrd="0" presId="urn:microsoft.com/office/officeart/2005/8/layout/orgChart1"/>
    <dgm:cxn modelId="{349A8862-6629-48A2-B048-F78CF78694FC}" type="presParOf" srcId="{08D37BED-298E-4394-8896-E8E8FEC1CED1}" destId="{C5FC6EE8-E359-4CE4-AAB6-984DE0380C71}" srcOrd="1" destOrd="0" presId="urn:microsoft.com/office/officeart/2005/8/layout/orgChart1"/>
    <dgm:cxn modelId="{DAF71CA7-8FDD-4E55-8C10-42463018365D}" type="presParOf" srcId="{08D37BED-298E-4394-8896-E8E8FEC1CED1}" destId="{DE2C724F-D558-4542-874D-22ABB56554E5}" srcOrd="2" destOrd="0" presId="urn:microsoft.com/office/officeart/2005/8/layout/orgChart1"/>
    <dgm:cxn modelId="{F97C3D63-C19A-4B8F-8A14-CA6FF0B62143}" type="presParOf" srcId="{08F91578-DA2C-45CD-B909-4AB13DC37523}" destId="{31C51C45-4E9F-46EC-9D1A-1741FC39C3FF}" srcOrd="2" destOrd="0" presId="urn:microsoft.com/office/officeart/2005/8/layout/orgChart1"/>
    <dgm:cxn modelId="{ED954474-E4F4-4C9B-B9E9-655EC8089724}" type="presParOf" srcId="{08F91578-DA2C-45CD-B909-4AB13DC37523}" destId="{1B15630A-E84D-4990-BF48-09A6A87A5CD1}" srcOrd="3" destOrd="0" presId="urn:microsoft.com/office/officeart/2005/8/layout/orgChart1"/>
    <dgm:cxn modelId="{6452B996-2962-4CA0-875C-7142D7C002E9}" type="presParOf" srcId="{1B15630A-E84D-4990-BF48-09A6A87A5CD1}" destId="{59ECD083-5D40-4A79-90E4-7805E4902660}" srcOrd="0" destOrd="0" presId="urn:microsoft.com/office/officeart/2005/8/layout/orgChart1"/>
    <dgm:cxn modelId="{AACEFCBE-93CE-444A-A8BC-F449A739BC6A}" type="presParOf" srcId="{59ECD083-5D40-4A79-90E4-7805E4902660}" destId="{66A7672B-ED6C-444D-9972-9D7F5C54D548}" srcOrd="0" destOrd="0" presId="urn:microsoft.com/office/officeart/2005/8/layout/orgChart1"/>
    <dgm:cxn modelId="{67364669-1DBF-4E6E-B354-F6826C02C720}" type="presParOf" srcId="{59ECD083-5D40-4A79-90E4-7805E4902660}" destId="{E14F5DBA-B965-48EA-8844-FE2DD8FB9EA9}" srcOrd="1" destOrd="0" presId="urn:microsoft.com/office/officeart/2005/8/layout/orgChart1"/>
    <dgm:cxn modelId="{5B70372D-0285-4727-8C49-5A93122BE67E}" type="presParOf" srcId="{1B15630A-E84D-4990-BF48-09A6A87A5CD1}" destId="{D4CC9ACF-4804-4D6B-A679-F1D2EF4DB6B2}" srcOrd="1" destOrd="0" presId="urn:microsoft.com/office/officeart/2005/8/layout/orgChart1"/>
    <dgm:cxn modelId="{2CF86180-A182-4A4C-9C6F-06CBC0E65E7D}" type="presParOf" srcId="{1B15630A-E84D-4990-BF48-09A6A87A5CD1}" destId="{863D9769-1423-45DF-93B2-AB93AE4CA160}" srcOrd="2" destOrd="0" presId="urn:microsoft.com/office/officeart/2005/8/layout/orgChart1"/>
    <dgm:cxn modelId="{815C4E2B-0346-405D-9DE2-EF247DC42A4F}" type="presParOf" srcId="{08F91578-DA2C-45CD-B909-4AB13DC37523}" destId="{9D9D98D1-910A-47CC-AF42-82FE26B54D33}" srcOrd="4" destOrd="0" presId="urn:microsoft.com/office/officeart/2005/8/layout/orgChart1"/>
    <dgm:cxn modelId="{6B2A0F35-E9AE-4F63-A5C1-B417A32BED3C}" type="presParOf" srcId="{08F91578-DA2C-45CD-B909-4AB13DC37523}" destId="{1363C283-5E2D-4AD2-9643-6BFF41868015}" srcOrd="5" destOrd="0" presId="urn:microsoft.com/office/officeart/2005/8/layout/orgChart1"/>
    <dgm:cxn modelId="{5504F157-B331-430C-8772-97E957D21AE9}" type="presParOf" srcId="{1363C283-5E2D-4AD2-9643-6BFF41868015}" destId="{173D0316-0B42-4C6A-A700-8013DD19B142}" srcOrd="0" destOrd="0" presId="urn:microsoft.com/office/officeart/2005/8/layout/orgChart1"/>
    <dgm:cxn modelId="{188C7323-1F9F-450C-A791-BB4F6A645D9B}" type="presParOf" srcId="{173D0316-0B42-4C6A-A700-8013DD19B142}" destId="{3EAA2F34-C9E7-4066-8A9B-79E5A092BA43}" srcOrd="0" destOrd="0" presId="urn:microsoft.com/office/officeart/2005/8/layout/orgChart1"/>
    <dgm:cxn modelId="{F648B725-4057-4433-A62A-B6FACCCACEC2}" type="presParOf" srcId="{173D0316-0B42-4C6A-A700-8013DD19B142}" destId="{3C5E82D3-7234-4579-817B-65D607B58B1C}" srcOrd="1" destOrd="0" presId="urn:microsoft.com/office/officeart/2005/8/layout/orgChart1"/>
    <dgm:cxn modelId="{A6F6DAE6-0FD3-40C3-B1E9-4BBC0298B657}" type="presParOf" srcId="{1363C283-5E2D-4AD2-9643-6BFF41868015}" destId="{4C1B4D03-E210-4EDF-AC13-C95F8BA58EC6}" srcOrd="1" destOrd="0" presId="urn:microsoft.com/office/officeart/2005/8/layout/orgChart1"/>
    <dgm:cxn modelId="{9CDAECF5-9511-4833-A388-57B12522CE90}" type="presParOf" srcId="{1363C283-5E2D-4AD2-9643-6BFF41868015}" destId="{4A6C066F-C801-499E-91F9-54D0A94AF558}" srcOrd="2" destOrd="0" presId="urn:microsoft.com/office/officeart/2005/8/layout/orgChart1"/>
    <dgm:cxn modelId="{9B0F34D1-5E51-4FB7-8BBA-BB823B0A7C23}" type="presParOf" srcId="{8F39271C-3A93-4EB1-AD34-9364A1496DBD}" destId="{35D0416D-3117-4D24-99D2-DC523DFD3B60}" srcOrd="2" destOrd="0" presId="urn:microsoft.com/office/officeart/2005/8/layout/orgChart1"/>
    <dgm:cxn modelId="{635B29F6-186D-4E61-B9CC-C71DC37F7FF4}" type="presParOf" srcId="{C2A6DE2F-5122-4EB6-A22E-48AA22B04F76}" destId="{81CDD5FA-55EB-44D2-82DF-B3B5700B16A2}" srcOrd="4" destOrd="0" presId="urn:microsoft.com/office/officeart/2005/8/layout/orgChart1"/>
    <dgm:cxn modelId="{45760480-6F74-4A52-A252-B3DD1EB9D4DB}" type="presParOf" srcId="{C2A6DE2F-5122-4EB6-A22E-48AA22B04F76}" destId="{2A058CEE-4367-4585-8729-D2AE35994462}" srcOrd="5" destOrd="0" presId="urn:microsoft.com/office/officeart/2005/8/layout/orgChart1"/>
    <dgm:cxn modelId="{27D074D0-671D-4D41-8A67-8D53E1DA501B}" type="presParOf" srcId="{2A058CEE-4367-4585-8729-D2AE35994462}" destId="{5DB29E44-1A95-4E1A-ABB8-2CC2BB31A834}" srcOrd="0" destOrd="0" presId="urn:microsoft.com/office/officeart/2005/8/layout/orgChart1"/>
    <dgm:cxn modelId="{7B98F293-2CFB-4044-A170-768C6F21422E}" type="presParOf" srcId="{5DB29E44-1A95-4E1A-ABB8-2CC2BB31A834}" destId="{77F27943-C0FC-4C57-9AF1-4313B4466B98}" srcOrd="0" destOrd="0" presId="urn:microsoft.com/office/officeart/2005/8/layout/orgChart1"/>
    <dgm:cxn modelId="{29EE970E-251E-47E5-A7A4-7886DF573BCE}" type="presParOf" srcId="{5DB29E44-1A95-4E1A-ABB8-2CC2BB31A834}" destId="{752BB7B5-F9B2-4124-A9C2-AE7C84992CAD}" srcOrd="1" destOrd="0" presId="urn:microsoft.com/office/officeart/2005/8/layout/orgChart1"/>
    <dgm:cxn modelId="{CAE7EB76-73CA-4AC1-8365-578415D105E6}" type="presParOf" srcId="{2A058CEE-4367-4585-8729-D2AE35994462}" destId="{0DD33075-FE4E-46FC-A363-B069EF5710D5}" srcOrd="1" destOrd="0" presId="urn:microsoft.com/office/officeart/2005/8/layout/orgChart1"/>
    <dgm:cxn modelId="{425D1C32-707D-4D3B-81C4-1B93522BB1A4}" type="presParOf" srcId="{2A058CEE-4367-4585-8729-D2AE35994462}" destId="{65650F42-909C-4EA1-A25C-A3A946889CF6}" srcOrd="2" destOrd="0" presId="urn:microsoft.com/office/officeart/2005/8/layout/orgChart1"/>
    <dgm:cxn modelId="{3E13EDE0-0B40-4205-AB3B-A2F52F18269C}" type="presParOf" srcId="{3BA03983-20AA-453B-81F9-EA1E5D4A3D74}" destId="{41221904-9D67-445E-AB19-692CDC04F689}" srcOrd="2" destOrd="0" presId="urn:microsoft.com/office/officeart/2005/8/layout/orgChart1"/>
    <dgm:cxn modelId="{AC117F50-42A7-4117-8D95-1F5AC5C1A78A}" type="presParOf" srcId="{ADB5120A-4C70-45FF-9425-E2E63FE881AD}" destId="{036FA38F-17D2-4C46-9FD0-444B0CC79CC6}" srcOrd="1" destOrd="0" presId="urn:microsoft.com/office/officeart/2005/8/layout/orgChart1"/>
    <dgm:cxn modelId="{7F14A63D-663C-4284-AC6C-AB0C3F95A348}" type="presParOf" srcId="{036FA38F-17D2-4C46-9FD0-444B0CC79CC6}" destId="{EB7AC1FE-31F8-428D-8C6E-80A620FE8362}" srcOrd="0" destOrd="0" presId="urn:microsoft.com/office/officeart/2005/8/layout/orgChart1"/>
    <dgm:cxn modelId="{E0AC804E-B927-441D-B7AE-159865B84C6D}" type="presParOf" srcId="{EB7AC1FE-31F8-428D-8C6E-80A620FE8362}" destId="{20BDE7F0-B599-4A19-B582-35249C73C16B}" srcOrd="0" destOrd="0" presId="urn:microsoft.com/office/officeart/2005/8/layout/orgChart1"/>
    <dgm:cxn modelId="{5941A96D-691A-4F0D-ACBC-828504A02331}" type="presParOf" srcId="{EB7AC1FE-31F8-428D-8C6E-80A620FE8362}" destId="{475A6882-847A-4C7A-A560-35B0F6E67492}" srcOrd="1" destOrd="0" presId="urn:microsoft.com/office/officeart/2005/8/layout/orgChart1"/>
    <dgm:cxn modelId="{029F4DE6-F15F-4B2E-AA1F-B586B3078486}" type="presParOf" srcId="{036FA38F-17D2-4C46-9FD0-444B0CC79CC6}" destId="{BB030D74-3520-457B-9EAD-C4B0D892CA94}" srcOrd="1" destOrd="0" presId="urn:microsoft.com/office/officeart/2005/8/layout/orgChart1"/>
    <dgm:cxn modelId="{39F8A5A2-7EF2-4901-B388-2266295333B3}" type="presParOf" srcId="{036FA38F-17D2-4C46-9FD0-444B0CC79CC6}" destId="{F3CFDBF9-1AD3-48DB-9269-1A818A41B03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D5FA-55EB-44D2-82DF-B3B5700B16A2}">
      <dsp:nvSpPr>
        <dsp:cNvPr id="0" name=""/>
        <dsp:cNvSpPr/>
      </dsp:nvSpPr>
      <dsp:spPr>
        <a:xfrm>
          <a:off x="3469513" y="624935"/>
          <a:ext cx="1509208" cy="2619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964"/>
              </a:lnTo>
              <a:lnTo>
                <a:pt x="1509208" y="130964"/>
              </a:lnTo>
              <a:lnTo>
                <a:pt x="1509208" y="2619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9D98D1-910A-47CC-AF42-82FE26B54D33}">
      <dsp:nvSpPr>
        <dsp:cNvPr id="0" name=""/>
        <dsp:cNvSpPr/>
      </dsp:nvSpPr>
      <dsp:spPr>
        <a:xfrm>
          <a:off x="2970601" y="1510503"/>
          <a:ext cx="348789" cy="1501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1219"/>
              </a:lnTo>
              <a:lnTo>
                <a:pt x="348789" y="1501219"/>
              </a:lnTo>
            </a:path>
          </a:pathLst>
        </a:custGeom>
        <a:noFill/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dsp:style>
    </dsp:sp>
    <dsp:sp modelId="{31C51C45-4E9F-46EC-9D1A-1741FC39C3FF}">
      <dsp:nvSpPr>
        <dsp:cNvPr id="0" name=""/>
        <dsp:cNvSpPr/>
      </dsp:nvSpPr>
      <dsp:spPr>
        <a:xfrm>
          <a:off x="2808192" y="1510503"/>
          <a:ext cx="162408" cy="584044"/>
        </a:xfrm>
        <a:custGeom>
          <a:avLst/>
          <a:gdLst/>
          <a:ahLst/>
          <a:cxnLst/>
          <a:rect l="0" t="0" r="0" b="0"/>
          <a:pathLst>
            <a:path>
              <a:moveTo>
                <a:pt x="162408" y="0"/>
              </a:moveTo>
              <a:lnTo>
                <a:pt x="162408" y="584044"/>
              </a:lnTo>
              <a:lnTo>
                <a:pt x="0" y="5840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717DFE-0C73-4587-9D01-0FD2D40E806A}">
      <dsp:nvSpPr>
        <dsp:cNvPr id="0" name=""/>
        <dsp:cNvSpPr/>
      </dsp:nvSpPr>
      <dsp:spPr>
        <a:xfrm>
          <a:off x="2970601" y="1510503"/>
          <a:ext cx="187091" cy="5848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824"/>
              </a:lnTo>
              <a:lnTo>
                <a:pt x="187091" y="58482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4A7D18-3EAE-473E-B00C-B5A7AB98E583}">
      <dsp:nvSpPr>
        <dsp:cNvPr id="0" name=""/>
        <dsp:cNvSpPr/>
      </dsp:nvSpPr>
      <dsp:spPr>
        <a:xfrm>
          <a:off x="3423793" y="624935"/>
          <a:ext cx="91440" cy="2619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19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C810A-4F15-4335-9B77-C257D1364EDF}">
      <dsp:nvSpPr>
        <dsp:cNvPr id="0" name=""/>
        <dsp:cNvSpPr/>
      </dsp:nvSpPr>
      <dsp:spPr>
        <a:xfrm>
          <a:off x="1960304" y="624935"/>
          <a:ext cx="1509208" cy="261928"/>
        </a:xfrm>
        <a:custGeom>
          <a:avLst/>
          <a:gdLst/>
          <a:ahLst/>
          <a:cxnLst/>
          <a:rect l="0" t="0" r="0" b="0"/>
          <a:pathLst>
            <a:path>
              <a:moveTo>
                <a:pt x="1509208" y="0"/>
              </a:moveTo>
              <a:lnTo>
                <a:pt x="1509208" y="130964"/>
              </a:lnTo>
              <a:lnTo>
                <a:pt x="0" y="130964"/>
              </a:lnTo>
              <a:lnTo>
                <a:pt x="0" y="2619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2B824-C014-4285-B667-95CC1AEDD315}">
      <dsp:nvSpPr>
        <dsp:cNvPr id="0" name=""/>
        <dsp:cNvSpPr/>
      </dsp:nvSpPr>
      <dsp:spPr>
        <a:xfrm>
          <a:off x="2845873" y="1295"/>
          <a:ext cx="1247279" cy="623639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Java.lang.Object</a:t>
          </a:r>
          <a:endParaRPr lang="es-MX" sz="1200" kern="1200" dirty="0"/>
        </a:p>
      </dsp:txBody>
      <dsp:txXfrm>
        <a:off x="2845873" y="1295"/>
        <a:ext cx="1247279" cy="623639"/>
      </dsp:txXfrm>
    </dsp:sp>
    <dsp:sp modelId="{06DB539B-F147-40AD-AC46-542A00456A90}">
      <dsp:nvSpPr>
        <dsp:cNvPr id="0" name=""/>
        <dsp:cNvSpPr/>
      </dsp:nvSpPr>
      <dsp:spPr>
        <a:xfrm>
          <a:off x="1336664" y="886863"/>
          <a:ext cx="1247279" cy="6236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Java.lang.Boolean</a:t>
          </a:r>
          <a:endParaRPr lang="es-MX" sz="1200" kern="1200" dirty="0"/>
        </a:p>
      </dsp:txBody>
      <dsp:txXfrm>
        <a:off x="1336664" y="886863"/>
        <a:ext cx="1247279" cy="623639"/>
      </dsp:txXfrm>
    </dsp:sp>
    <dsp:sp modelId="{8C000B81-8611-41BD-A608-4FDE103273E7}">
      <dsp:nvSpPr>
        <dsp:cNvPr id="0" name=""/>
        <dsp:cNvSpPr/>
      </dsp:nvSpPr>
      <dsp:spPr>
        <a:xfrm>
          <a:off x="2845873" y="886863"/>
          <a:ext cx="1247279" cy="6236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Java.lang.Number</a:t>
          </a:r>
          <a:endParaRPr lang="es-MX" sz="1200" kern="1200" dirty="0"/>
        </a:p>
      </dsp:txBody>
      <dsp:txXfrm>
        <a:off x="2845873" y="886863"/>
        <a:ext cx="1247279" cy="623639"/>
      </dsp:txXfrm>
    </dsp:sp>
    <dsp:sp modelId="{AA96E783-5997-499D-811F-B9FF18CC1BE0}">
      <dsp:nvSpPr>
        <dsp:cNvPr id="0" name=""/>
        <dsp:cNvSpPr/>
      </dsp:nvSpPr>
      <dsp:spPr>
        <a:xfrm>
          <a:off x="3157693" y="1783508"/>
          <a:ext cx="1247279" cy="623639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Java.lang.Long</a:t>
          </a:r>
          <a:endParaRPr lang="es-MX" sz="1200" kern="1200" dirty="0"/>
        </a:p>
      </dsp:txBody>
      <dsp:txXfrm>
        <a:off x="3157693" y="1783508"/>
        <a:ext cx="1247279" cy="623639"/>
      </dsp:txXfrm>
    </dsp:sp>
    <dsp:sp modelId="{66A7672B-ED6C-444D-9972-9D7F5C54D548}">
      <dsp:nvSpPr>
        <dsp:cNvPr id="0" name=""/>
        <dsp:cNvSpPr/>
      </dsp:nvSpPr>
      <dsp:spPr>
        <a:xfrm>
          <a:off x="1560913" y="1782728"/>
          <a:ext cx="1247279" cy="623639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Java.lang.Byte</a:t>
          </a:r>
          <a:endParaRPr lang="es-MX" sz="1200" kern="1200" dirty="0"/>
        </a:p>
      </dsp:txBody>
      <dsp:txXfrm>
        <a:off x="1560913" y="1782728"/>
        <a:ext cx="1247279" cy="623639"/>
      </dsp:txXfrm>
    </dsp:sp>
    <dsp:sp modelId="{3EAA2F34-C9E7-4066-8A9B-79E5A092BA43}">
      <dsp:nvSpPr>
        <dsp:cNvPr id="0" name=""/>
        <dsp:cNvSpPr/>
      </dsp:nvSpPr>
      <dsp:spPr>
        <a:xfrm>
          <a:off x="3319390" y="2699903"/>
          <a:ext cx="1247279" cy="623639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Java.lang.Short</a:t>
          </a:r>
          <a:endParaRPr lang="es-MX" sz="1200" kern="1200" dirty="0"/>
        </a:p>
      </dsp:txBody>
      <dsp:txXfrm>
        <a:off x="3319390" y="2699903"/>
        <a:ext cx="1247279" cy="623639"/>
      </dsp:txXfrm>
    </dsp:sp>
    <dsp:sp modelId="{77F27943-C0FC-4C57-9AF1-4313B4466B98}">
      <dsp:nvSpPr>
        <dsp:cNvPr id="0" name=""/>
        <dsp:cNvSpPr/>
      </dsp:nvSpPr>
      <dsp:spPr>
        <a:xfrm>
          <a:off x="4355081" y="886863"/>
          <a:ext cx="1247279" cy="6236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Java.lang.Character</a:t>
          </a:r>
          <a:endParaRPr lang="es-MX" sz="1200" kern="1200" dirty="0"/>
        </a:p>
      </dsp:txBody>
      <dsp:txXfrm>
        <a:off x="4355081" y="886863"/>
        <a:ext cx="1247279" cy="623639"/>
      </dsp:txXfrm>
    </dsp:sp>
    <dsp:sp modelId="{20BDE7F0-B599-4A19-B582-35249C73C16B}">
      <dsp:nvSpPr>
        <dsp:cNvPr id="0" name=""/>
        <dsp:cNvSpPr/>
      </dsp:nvSpPr>
      <dsp:spPr>
        <a:xfrm>
          <a:off x="1577763" y="2735706"/>
          <a:ext cx="1247279" cy="623639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 err="1"/>
            <a:t>Java.lang.Integer</a:t>
          </a:r>
          <a:endParaRPr lang="es-MX" sz="1200" kern="1200" dirty="0"/>
        </a:p>
      </dsp:txBody>
      <dsp:txXfrm>
        <a:off x="1577763" y="2735706"/>
        <a:ext cx="1247279" cy="623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9E9F1-F123-4FE7-8E8E-47BA21ACA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A3F72-924D-49FC-934F-D58BE8C7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4244B-5C55-4B0B-BFBF-0F0DB28D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D589A-7D91-43C0-AEFE-9A8FD787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BC939-11A3-4EC9-BA1E-D7B6FBB9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620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D85FB-E8C3-4342-9149-8A7F9134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565C-0BEC-468B-B716-55702A973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21AE4-B05F-4EB2-B833-2E6D2B70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5F32-DB23-4858-8087-6BF1E7AA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D999-2C82-4CEF-A24A-3228D211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786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A865-77C6-447C-ABBD-64DC04DC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74EC-9979-4ED2-A61D-4A3091857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EA67E-A0A9-4A59-972E-28F820A5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59047-04D3-4842-AA11-712ABB11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91C9-78B2-4C3D-94A2-44D08CA4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52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E6D0-F321-4D50-B9E5-CAF5008C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92363-1B69-4E2F-AC63-C466AC926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C81FA-EC9E-4955-9652-FACCE134B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F75B4-DAC7-481D-BC18-FAB6801A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E5618-FD69-4F25-8F9D-08E93584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17E86-782C-4E65-BEF4-60288E68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833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4769-BDC1-4862-8858-3D0FAAB5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EEACF-8AB2-4BDB-B1BB-650D4F0A7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67FE0-03E3-4B42-993C-3D9BD6FDF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510E5-AF3A-45C5-BE5F-34EE09366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FA1B4-E3FE-4926-8FD4-4A0E32E53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6BA61-C930-4450-B3E5-D5D5D613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4A059-632E-4AC0-B7A9-14FAF6CB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89085-0A20-4296-B0A8-A6DE5AD5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26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3F54-5A6F-438D-8EFD-69FBA241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A0E07-041E-4999-9807-D32DAA733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9129A-CAF6-429A-904B-E355EDFA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5AA38-2E89-4F35-AD45-F2E1B70C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842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CCF44-D88C-48EC-BE5D-A4AA1B5D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852AF-0D7A-48C1-AC7A-A771BF09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6C0D-CFFF-4959-8127-903F42E1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138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7494-CBA5-4ACC-9E7A-109B6E1E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96604-5CE0-4DD3-AA7E-7F63180C8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03FFE-531C-490B-BFC7-272E3C024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648A9-D73A-4205-A0E2-4F558619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FC849-B698-4B4F-914C-D97FB6A0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6CA21-0713-4150-919B-299BE1C8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681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41BF-740F-4F33-9C6F-6300AC69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EC3A3-E32B-42B6-A617-409B7AAED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A9A07-5314-4D2C-A11D-C59CE19FA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F28AC-404B-489B-A8FD-C2D0BF3C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D8FA5-6433-454E-A49F-E26CA393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9F8AF-8239-4503-956D-B1874258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434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F349-D051-4B27-A137-8E1959BD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3858D-561D-46A8-B7C5-0940B4D10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17CB7-E32D-41F1-BBFB-35ED4582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F85E8-6702-467C-91D8-BFDC916C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A7494-5BC4-42D2-91BE-615365A6A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059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13484-D3C9-4BDA-9CD5-93F59E054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1B44D-E3EB-460F-ACBA-B9D7DDF72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56ED0-E401-4509-85A7-CB928123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35ABD-EDB6-42B6-B5C3-0646E31B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5F76-1337-4B73-9F5A-E014C67E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52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BF38A-6C5F-4831-823B-B86938C1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69ED9-FD4F-4E99-A440-240AC30E7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5D2E-7605-43CD-AC64-C52498D4A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F3738-66FB-4C82-A4C7-FECE6A73C147}" type="datetimeFigureOut">
              <a:rPr lang="es-MX" smtClean="0"/>
              <a:t>28/02/2024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DC8F-8585-428B-9B5A-2E0713DF0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79966-4FBD-4E7A-8E57-6A52E665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3D948-CFC3-4896-B1AC-9D8B37269A6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98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5EECA-460F-07C4-0D08-033F46D3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56E0830-531A-3A4D-B4CD-65556BF7AFEA}"/>
              </a:ext>
            </a:extLst>
          </p:cNvPr>
          <p:cNvSpPr txBox="1"/>
          <p:nvPr/>
        </p:nvSpPr>
        <p:spPr>
          <a:xfrm>
            <a:off x="147782" y="1205407"/>
            <a:ext cx="114900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ArrayList</a:t>
            </a:r>
          </a:p>
          <a:p>
            <a:endParaRPr lang="es-MX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algn="just"/>
            <a:r>
              <a:rPr lang="es-MX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La clase ArrayList es un arreglo de tamaño variable, que se puede encontrar en el paquete 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java.util</a:t>
            </a:r>
            <a:r>
              <a:rPr lang="es-MX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algn="just"/>
            <a:endParaRPr lang="es-MX" sz="18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algn="just"/>
            <a:r>
              <a:rPr lang="es-MX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La diferencia entre un arreglo y una ArrayList es que su tamaño es </a:t>
            </a:r>
            <a:r>
              <a:rPr lang="es-MX" sz="1800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dinamico</a:t>
            </a:r>
            <a:endParaRPr lang="es-MX" sz="18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graphicFrame>
        <p:nvGraphicFramePr>
          <p:cNvPr id="9" name="Tabla 15">
            <a:extLst>
              <a:ext uri="{FF2B5EF4-FFF2-40B4-BE49-F238E27FC236}">
                <a16:creationId xmlns:a16="http://schemas.microsoft.com/office/drawing/2014/main" id="{6A8B94DB-F042-D363-0C97-8511EC092775}"/>
              </a:ext>
            </a:extLst>
          </p:cNvPr>
          <p:cNvGraphicFramePr>
            <a:graphicFrameLocks noGrp="1"/>
          </p:cNvGraphicFramePr>
          <p:nvPr/>
        </p:nvGraphicFramePr>
        <p:xfrm>
          <a:off x="2909454" y="3155589"/>
          <a:ext cx="5774925" cy="239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4925">
                  <a:extLst>
                    <a:ext uri="{9D8B030D-6E8A-4147-A177-3AD203B41FA5}">
                      <a16:colId xmlns:a16="http://schemas.microsoft.com/office/drawing/2014/main" val="2983520086"/>
                    </a:ext>
                  </a:extLst>
                </a:gridCol>
              </a:tblGrid>
              <a:tr h="408797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347391"/>
                  </a:ext>
                </a:extLst>
              </a:tr>
              <a:tr h="1982388">
                <a:tc>
                  <a:txBody>
                    <a:bodyPr/>
                    <a:lstStyle/>
                    <a:p>
                      <a:r>
                        <a:rPr lang="es-MX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>
                          <a:effectLst/>
                        </a:rPr>
                        <a:t>java</a:t>
                      </a:r>
                      <a:r>
                        <a:rPr lang="es-MX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s-MX" sz="1600" dirty="0" err="1">
                          <a:effectLst/>
                        </a:rPr>
                        <a:t>util</a:t>
                      </a:r>
                      <a:r>
                        <a:rPr lang="es-MX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.ArrayList</a:t>
                      </a:r>
                      <a:r>
                        <a:rPr lang="es-MX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s-MX" sz="1600" kern="120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//</a:t>
                      </a:r>
                      <a:r>
                        <a:rPr lang="es-MX" sz="1600" kern="1200" dirty="0" err="1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libreria</a:t>
                      </a:r>
                      <a:endParaRPr lang="es-MX" sz="1600" kern="1200" dirty="0">
                        <a:solidFill>
                          <a:schemeClr val="accent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MX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1600" dirty="0"/>
                        <a:t>  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variable</a:t>
                      </a:r>
                      <a:r>
                        <a:rPr lang="en-US" sz="1600" dirty="0"/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600" dirty="0"/>
                        <a:t>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600" dirty="0"/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&gt;();</a:t>
                      </a:r>
                    </a:p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.get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posicion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// se accede a la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infomacion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de la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posicion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MX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.size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tamaño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del </a:t>
                      </a:r>
                      <a:r>
                        <a:rPr lang="en-US" sz="1600" kern="1200" dirty="0" err="1">
                          <a:solidFill>
                            <a:schemeClr val="accent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arreglo</a:t>
                      </a:r>
                      <a:endParaRPr lang="en-US" sz="1600" kern="1200" dirty="0">
                        <a:solidFill>
                          <a:schemeClr val="accent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691903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06069D64-4C90-3C74-A1A3-B85E24981A6D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23606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571CBAE-B13A-481D-88A9-5F1059A06288}"/>
              </a:ext>
            </a:extLst>
          </p:cNvPr>
          <p:cNvSpPr txBox="1"/>
          <p:nvPr/>
        </p:nvSpPr>
        <p:spPr>
          <a:xfrm>
            <a:off x="175214" y="1397675"/>
            <a:ext cx="1149003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clase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Java, es una clase que permite almacenar datos en memoria de forma similar a los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con la ventaja de que el numero de elementos que almacena, lo hace de forma </a:t>
            </a:r>
            <a:r>
              <a:rPr lang="es-MX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dinámica, 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decir, que </a:t>
            </a:r>
            <a:r>
              <a:rPr lang="es-MX" sz="1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es necesario declarar su tamaño 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pasa con los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Arrays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s-MX" b="1" i="1" dirty="0"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s-MX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clase </a:t>
            </a:r>
            <a:r>
              <a:rPr lang="es-MX" b="1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como un ejemplo de </a:t>
            </a:r>
            <a:r>
              <a:rPr lang="es-MX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colecciones de tamaño flexible</a:t>
            </a:r>
          </a:p>
          <a:p>
            <a:pPr marL="285750" indent="-285750">
              <a:buFontTx/>
              <a:buChar char="-"/>
            </a:pPr>
            <a:endParaRPr lang="es-MX" b="1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s-MX" sz="1800" b="0" i="0" u="none" strike="noStrike" baseline="0" dirty="0"/>
              <a:t>Cuando escribimos programas, frecuentemente necesitamos agrupar los objetos en colecciones. Por ejemplo:</a:t>
            </a:r>
          </a:p>
          <a:p>
            <a:pPr algn="l"/>
            <a:endParaRPr lang="es-MX" sz="1800" b="0" i="0" u="none" strike="noStrike" baseline="0" dirty="0"/>
          </a:p>
          <a:p>
            <a:pPr algn="l"/>
            <a:r>
              <a:rPr lang="es-MX" sz="1800" b="0" i="0" u="none" strike="noStrike" baseline="0" dirty="0"/>
              <a:t> Las agendas electrónicas guardan notas sobre citas, reuniones, fechas de cumpleaños, etc.</a:t>
            </a:r>
          </a:p>
          <a:p>
            <a:pPr algn="l"/>
            <a:r>
              <a:rPr lang="es-MX" sz="1800" b="0" i="0" u="none" strike="noStrike" baseline="0" dirty="0"/>
              <a:t> Las bibliotecas registran detalles de los libros y revistas que poseen.</a:t>
            </a:r>
          </a:p>
          <a:p>
            <a:pPr algn="l"/>
            <a:r>
              <a:rPr lang="es-MX" sz="1800" b="0" i="0" u="none" strike="noStrike" baseline="0" dirty="0"/>
              <a:t> Las universidades mantienen registros de la historia académica de los estudiantes.</a:t>
            </a:r>
          </a:p>
          <a:p>
            <a:pPr algn="l"/>
            <a:endParaRPr lang="es-MX" sz="1800" b="0" i="0" u="none" strike="noStrike" baseline="0" dirty="0"/>
          </a:p>
          <a:p>
            <a:pPr algn="l"/>
            <a:r>
              <a:rPr lang="es-MX" sz="1800" b="0" i="0" u="none" strike="noStrike" baseline="0" dirty="0"/>
              <a:t>Una característica típica de estas situaciones es que el número de elementos almacenados en la colección varía a lo largo del tiempo. Por ejemplo, en una agenda electrónica se agregan nuevas notas para registrar eventos futuros y se borran aquellas notas de eventos pasados en la medida en que ya no son más necesarios; en una biblioteca, el inventario cambia cuando se compran libros nuevos y cuando algunos libros viejos </a:t>
            </a:r>
            <a:r>
              <a:rPr lang="it-IT" sz="1800" b="0" i="0" u="none" strike="noStrike" baseline="0" dirty="0"/>
              <a:t>se archivan o se descartan.</a:t>
            </a:r>
            <a:endParaRPr lang="es-MX" b="1" i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2656E5-E4EF-CBA3-2B7E-DC86E2CFE2FB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03968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571CBAE-B13A-481D-88A9-5F1059A06288}"/>
              </a:ext>
            </a:extLst>
          </p:cNvPr>
          <p:cNvSpPr txBox="1"/>
          <p:nvPr/>
        </p:nvSpPr>
        <p:spPr>
          <a:xfrm>
            <a:off x="147782" y="1099390"/>
            <a:ext cx="114900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Métodos del </a:t>
            </a:r>
            <a:r>
              <a:rPr lang="es-MX" sz="18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ArrayList</a:t>
            </a:r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endParaRPr lang="es-MX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   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considera una colección de datos</a:t>
            </a:r>
          </a:p>
          <a:p>
            <a:pPr marL="285750" indent="-285750">
              <a:buFontTx/>
              <a:buChar char="-"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hay necesidad de especificar el número de elementos que el vector va a contener.</a:t>
            </a:r>
          </a:p>
          <a:p>
            <a:pPr marL="285750" indent="-285750">
              <a:buFontTx/>
              <a:buChar char="-"/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tipo que especifique al crear una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debe ser un tipo de objeto; no puede ser un tipo primitivo.</a:t>
            </a:r>
          </a:p>
          <a:p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// ilegal --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puede ser un parámetro de tipo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&lt;int&gt;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&lt;int&gt;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Pero todavía podemos usar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 tipos primitivos pero usando clases especiales llamadas clases contenedoras en su lugar.</a:t>
            </a:r>
          </a:p>
          <a:p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crea una lista de enteros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&lt;Integer&gt;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&lt;Integer&gt;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Los índices legales están entre 0 y el tamaño de la lista () - 1.</a:t>
            </a:r>
          </a:p>
          <a:p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Leer o escribir cualquier índice fuera de este rango causará una Excepción de índice fuera de los límites.</a:t>
            </a:r>
          </a:p>
          <a:p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s-MX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12443C-4ECD-9FAD-E258-8164C2005698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36471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6B5C3-B3AB-E181-19C6-3ACB2E6A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BD72A1-3599-404D-EF59-71F11D4F1CCD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81285D-3EF2-7E1F-ABF0-F43981590749}"/>
              </a:ext>
            </a:extLst>
          </p:cNvPr>
          <p:cNvSpPr txBox="1"/>
          <p:nvPr/>
        </p:nvSpPr>
        <p:spPr>
          <a:xfrm>
            <a:off x="3602736" y="1411961"/>
            <a:ext cx="4820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CLASES CONTENEDORAS O ENVOLVENTES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87A8FB7-2AE3-133D-C054-8EEEA2FE46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698307"/>
              </p:ext>
            </p:extLst>
          </p:nvPr>
        </p:nvGraphicFramePr>
        <p:xfrm>
          <a:off x="2525014" y="1905104"/>
          <a:ext cx="6939026" cy="4168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9CCE59B-BEA3-3A19-45C2-BD8EF28F3735}"/>
              </a:ext>
            </a:extLst>
          </p:cNvPr>
          <p:cNvCxnSpPr>
            <a:cxnSpLocks/>
          </p:cNvCxnSpPr>
          <p:nvPr/>
        </p:nvCxnSpPr>
        <p:spPr>
          <a:xfrm flipH="1">
            <a:off x="5950956" y="4566008"/>
            <a:ext cx="1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o 18">
            <a:extLst>
              <a:ext uri="{FF2B5EF4-FFF2-40B4-BE49-F238E27FC236}">
                <a16:creationId xmlns:a16="http://schemas.microsoft.com/office/drawing/2014/main" id="{68620261-3EA2-F878-DB58-71A48DF6EDA4}"/>
              </a:ext>
            </a:extLst>
          </p:cNvPr>
          <p:cNvGrpSpPr/>
          <p:nvPr/>
        </p:nvGrpSpPr>
        <p:grpSpPr>
          <a:xfrm>
            <a:off x="5858542" y="5532647"/>
            <a:ext cx="1247279" cy="623639"/>
            <a:chOff x="3319390" y="2699903"/>
            <a:chExt cx="1247279" cy="623639"/>
          </a:xfrm>
          <a:solidFill>
            <a:schemeClr val="accent6">
              <a:lumMod val="75000"/>
            </a:schemeClr>
          </a:solidFill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B80D706-B324-06CB-2CE9-7971AB4E4A31}"/>
                </a:ext>
              </a:extLst>
            </p:cNvPr>
            <p:cNvSpPr/>
            <p:nvPr/>
          </p:nvSpPr>
          <p:spPr>
            <a:xfrm>
              <a:off x="3319390" y="2699903"/>
              <a:ext cx="1247279" cy="623639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3D1BA41C-D414-91DE-C5AB-134950C276E3}"/>
                </a:ext>
              </a:extLst>
            </p:cNvPr>
            <p:cNvSpPr txBox="1"/>
            <p:nvPr/>
          </p:nvSpPr>
          <p:spPr>
            <a:xfrm>
              <a:off x="3319390" y="2699903"/>
              <a:ext cx="1247279" cy="62363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kern="1200" dirty="0" err="1"/>
                <a:t>Java.lang.</a:t>
              </a:r>
              <a:r>
                <a:rPr lang="es-MX" sz="1200" dirty="0" err="1"/>
                <a:t>Float</a:t>
              </a:r>
              <a:endParaRPr lang="es-MX" sz="1200" kern="1200" dirty="0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9B58BFE-D8D1-0A35-C557-0429D99E246D}"/>
              </a:ext>
            </a:extLst>
          </p:cNvPr>
          <p:cNvGrpSpPr/>
          <p:nvPr/>
        </p:nvGrpSpPr>
        <p:grpSpPr>
          <a:xfrm>
            <a:off x="4116915" y="5531874"/>
            <a:ext cx="1247279" cy="623639"/>
            <a:chOff x="1577763" y="2735706"/>
            <a:chExt cx="1247279" cy="623639"/>
          </a:xfrm>
          <a:solidFill>
            <a:schemeClr val="accent6">
              <a:lumMod val="75000"/>
            </a:schemeClr>
          </a:solidFill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9E39FF2E-EA5E-E198-EA80-917A98A95795}"/>
                </a:ext>
              </a:extLst>
            </p:cNvPr>
            <p:cNvSpPr/>
            <p:nvPr/>
          </p:nvSpPr>
          <p:spPr>
            <a:xfrm>
              <a:off x="1577763" y="2735706"/>
              <a:ext cx="1247279" cy="623639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5E17F7B-FD02-39D1-2E82-1B03BF202823}"/>
                </a:ext>
              </a:extLst>
            </p:cNvPr>
            <p:cNvSpPr txBox="1"/>
            <p:nvPr/>
          </p:nvSpPr>
          <p:spPr>
            <a:xfrm>
              <a:off x="1577763" y="2735706"/>
              <a:ext cx="1247279" cy="62363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kern="1200" dirty="0" err="1"/>
                <a:t>Java.lang.</a:t>
              </a:r>
              <a:r>
                <a:rPr lang="es-MX" sz="1200" dirty="0" err="1"/>
                <a:t>Double</a:t>
              </a:r>
              <a:endParaRPr lang="es-MX" sz="1200" kern="1200" dirty="0"/>
            </a:p>
          </p:txBody>
        </p:sp>
      </p:grp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A1E2E4F-B4C2-D9E7-B10A-9A54661D2913}"/>
              </a:ext>
            </a:extLst>
          </p:cNvPr>
          <p:cNvCxnSpPr/>
          <p:nvPr/>
        </p:nvCxnSpPr>
        <p:spPr>
          <a:xfrm flipH="1">
            <a:off x="5276088" y="4919472"/>
            <a:ext cx="21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8B68636-96CC-F0C6-E94A-B6EAAF93B93E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5364194" y="5843694"/>
            <a:ext cx="494348" cy="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9F2154B-3F2B-AA62-BD90-DF2CF0432C51}"/>
              </a:ext>
            </a:extLst>
          </p:cNvPr>
          <p:cNvCxnSpPr>
            <a:cxnSpLocks/>
          </p:cNvCxnSpPr>
          <p:nvPr/>
        </p:nvCxnSpPr>
        <p:spPr>
          <a:xfrm>
            <a:off x="5495544" y="4919472"/>
            <a:ext cx="0" cy="924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46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571CBAE-B13A-481D-88A9-5F1059A06288}"/>
              </a:ext>
            </a:extLst>
          </p:cNvPr>
          <p:cNvSpPr txBox="1"/>
          <p:nvPr/>
        </p:nvSpPr>
        <p:spPr>
          <a:xfrm>
            <a:off x="147782" y="1099390"/>
            <a:ext cx="114900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MX" sz="1800" b="1" dirty="0" err="1">
                <a:effectLst/>
                <a:latin typeface="Roboto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b="1" dirty="0">
                <a:effectLst/>
                <a:latin typeface="Roboto"/>
                <a:ea typeface="Calibri" panose="020F0502020204030204" pitchFamily="34" charset="0"/>
                <a:cs typeface="Times New Roman" panose="02020603050405020304" pitchFamily="18" charset="0"/>
              </a:rPr>
              <a:t> vs. Array</a:t>
            </a:r>
          </a:p>
          <a:p>
            <a:pPr>
              <a:spcAft>
                <a:spcPts val="0"/>
              </a:spcAft>
            </a:pPr>
            <a:endParaRPr lang="es-MX" sz="1800" b="1" dirty="0">
              <a:effectLst/>
              <a:latin typeface="Roboto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0"/>
              </a:spcAft>
              <a:buFontTx/>
              <a:buChar char="-"/>
            </a:pPr>
            <a:r>
              <a:rPr lang="es-MX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Construcción</a:t>
            </a:r>
          </a:p>
          <a:p>
            <a:pPr>
              <a:spcAft>
                <a:spcPts val="0"/>
              </a:spcAft>
            </a:pP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[] nombres = new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[5];</a:t>
            </a:r>
          </a:p>
          <a:p>
            <a:pPr>
              <a:spcAft>
                <a:spcPts val="0"/>
              </a:spcAft>
            </a:pP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lista = new </a:t>
            </a: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&gt;();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Almacenar un valor</a:t>
            </a:r>
          </a:p>
          <a:p>
            <a:pPr>
              <a:spcAft>
                <a:spcPts val="0"/>
              </a:spcAft>
            </a:pP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names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[0] = “Maria";</a:t>
            </a:r>
          </a:p>
          <a:p>
            <a:pPr>
              <a:spcAft>
                <a:spcPts val="0"/>
              </a:spcAft>
            </a:pP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list.add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(“Maria");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es-MX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Recuperando un valor</a:t>
            </a:r>
          </a:p>
          <a:p>
            <a:pPr>
              <a:spcAft>
                <a:spcPts val="0"/>
              </a:spcAft>
            </a:pP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nombres = </a:t>
            </a:r>
            <a:r>
              <a:rPr lang="es-MX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names</a:t>
            </a:r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[0];</a:t>
            </a:r>
          </a:p>
          <a:p>
            <a:pPr>
              <a:spcAft>
                <a:spcPts val="0"/>
              </a:spcAft>
            </a:pP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nombres = </a:t>
            </a:r>
            <a:r>
              <a:rPr lang="es-MX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list.get</a:t>
            </a:r>
            <a:r>
              <a:rPr lang="es-MX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(0);</a:t>
            </a:r>
            <a:endParaRPr lang="es-MX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06D23E-53EE-4EEC-B2EB-4A0AE69329CA}"/>
              </a:ext>
            </a:extLst>
          </p:cNvPr>
          <p:cNvSpPr txBox="1"/>
          <p:nvPr/>
        </p:nvSpPr>
        <p:spPr>
          <a:xfrm>
            <a:off x="6308034" y="48584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MX" sz="18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tipo que especifique al crear una </a:t>
            </a:r>
            <a:r>
              <a:rPr lang="es-MX" sz="1800" i="1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ArrayList</a:t>
            </a:r>
            <a:r>
              <a:rPr lang="es-MX" sz="18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debe ser</a:t>
            </a:r>
          </a:p>
          <a:p>
            <a:pPr>
              <a:spcAft>
                <a:spcPts val="0"/>
              </a:spcAft>
            </a:pPr>
            <a:r>
              <a:rPr lang="es-MX" sz="18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tipo de objeto; no puede ser un tipo primitivo.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5AB9505-3D12-75E5-2AD1-2E5D5F422D7E}"/>
              </a:ext>
            </a:extLst>
          </p:cNvPr>
          <p:cNvSpPr txBox="1"/>
          <p:nvPr/>
        </p:nvSpPr>
        <p:spPr>
          <a:xfrm>
            <a:off x="5394960" y="1426464"/>
            <a:ext cx="642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se </a:t>
            </a:r>
            <a:r>
              <a:rPr lang="en-US" dirty="0" err="1"/>
              <a:t>recorren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nombres.length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nombres.size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….</a:t>
            </a:r>
          </a:p>
          <a:p>
            <a:r>
              <a:rPr lang="en-US" dirty="0"/>
              <a:t>}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C4FEB8-D9E1-6252-3018-CAC6C2CCD70A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29353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571CBAE-B13A-481D-88A9-5F1059A06288}"/>
              </a:ext>
            </a:extLst>
          </p:cNvPr>
          <p:cNvSpPr txBox="1"/>
          <p:nvPr/>
        </p:nvSpPr>
        <p:spPr>
          <a:xfrm>
            <a:off x="147782" y="1099390"/>
            <a:ext cx="114900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Métodos del </a:t>
            </a:r>
            <a:r>
              <a:rPr lang="es-MX" sz="18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ArrayList</a:t>
            </a:r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endParaRPr lang="es-MX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agrega valor al final de la lista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inserta el valor dado justo antes del índice dado, desplazando los valores subsiguientes a la derecha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elimina todos los elementos de la lista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indexOf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devuelve el primer índice donde se encuentra el valor dado en la lista (-1 si no se encuentra)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devuelve el valor en el índice dado </a:t>
            </a:r>
          </a:p>
          <a:p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reemplaza el valor en el índice dado con el valor dado</a:t>
            </a:r>
            <a:endParaRPr lang="es-MX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elimina/devuelve el valor en el índice dado, cambiando valores posteriores a la izquierda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size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devuelve el número de elementos en la lista </a:t>
            </a:r>
          </a:p>
          <a:p>
            <a:r>
              <a:rPr lang="es-MX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toString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devuelve una representación de cadena de la lista como "[3, 42, -7, 15]“</a:t>
            </a:r>
          </a:p>
          <a:p>
            <a:pPr>
              <a:spcAft>
                <a:spcPts val="0"/>
              </a:spcAft>
            </a:pPr>
            <a:r>
              <a:rPr lang="es-MX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isEmpty</a:t>
            </a:r>
            <a:r>
              <a:rPr lang="es-MX" b="1" dirty="0"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es-MX" b="0" i="0" dirty="0">
                <a:solidFill>
                  <a:srgbClr val="000000"/>
                </a:solidFill>
                <a:effectLst/>
              </a:rPr>
              <a:t>se usa para verificar si una lista está vacía o no. Devuelve verdadero si la lista no contiene elementos; de lo contrario, devuelve falso si la lista contiene algún elemento.</a:t>
            </a:r>
            <a:endParaRPr lang="es-MX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s-MX" sz="1800" b="1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976E9B-9252-E16A-8B65-EFA2C3DF2FCB}"/>
              </a:ext>
            </a:extLst>
          </p:cNvPr>
          <p:cNvSpPr txBox="1"/>
          <p:nvPr/>
        </p:nvSpPr>
        <p:spPr>
          <a:xfrm>
            <a:off x="2909454" y="74311"/>
            <a:ext cx="5006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111111"/>
                </a:solidFill>
              </a:rPr>
              <a:t>Arreglos Dinámicos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42960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82CE2EE85AC34097030E55FE5C42A0" ma:contentTypeVersion="4" ma:contentTypeDescription="Crear nuevo documento." ma:contentTypeScope="" ma:versionID="ed6f34841f60c91c8b0cb8d858d01ad2">
  <xsd:schema xmlns:xsd="http://www.w3.org/2001/XMLSchema" xmlns:xs="http://www.w3.org/2001/XMLSchema" xmlns:p="http://schemas.microsoft.com/office/2006/metadata/properties" xmlns:ns2="d00e7dac-3864-4e2e-b020-1f5f784ab1d5" targetNamespace="http://schemas.microsoft.com/office/2006/metadata/properties" ma:root="true" ma:fieldsID="b13067582cfb743fcb5df41f603c5f44" ns2:_="">
    <xsd:import namespace="d00e7dac-3864-4e2e-b020-1f5f784ab1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e7dac-3864-4e2e-b020-1f5f784ab1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CA5AE6-17F3-4E11-8432-AD87020BDF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0e7dac-3864-4e2e-b020-1f5f784ab1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0C9516-C803-4095-9F82-CB4A5E0623E7}">
  <ds:schemaRefs>
    <ds:schemaRef ds:uri="http://schemas.microsoft.com/office/2006/documentManagement/types"/>
    <ds:schemaRef ds:uri="http://www.w3.org/XML/1998/namespace"/>
    <ds:schemaRef ds:uri="http://purl.org/dc/dcmitype/"/>
    <ds:schemaRef ds:uri="754776b7-fd8c-486c-8946-9a59297788c3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1968AE0-949F-41F9-94BF-BBBB1D5DAC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4203</TotalTime>
  <Words>812</Words>
  <Application>Microsoft Office PowerPoint</Application>
  <PresentationFormat>Widescreen</PresentationFormat>
  <Paragraphs>93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Coordsistfi</dc:creator>
  <cp:lastModifiedBy>Montoto Gonzalez Adriana</cp:lastModifiedBy>
  <cp:revision>86</cp:revision>
  <cp:lastPrinted>2021-02-09T20:55:44Z</cp:lastPrinted>
  <dcterms:created xsi:type="dcterms:W3CDTF">2020-09-07T19:40:19Z</dcterms:created>
  <dcterms:modified xsi:type="dcterms:W3CDTF">2024-02-28T14:37:53Z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0x0101000D82CE2EE85AC34097030E55FE5C42A0</vt:lpwstr>
  </property>
</Properties>
</file>