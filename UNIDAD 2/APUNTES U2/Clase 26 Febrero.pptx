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311" r:id="rId5"/>
    <p:sldId id="312" r:id="rId6"/>
    <p:sldId id="313" r:id="rId7"/>
    <p:sldId id="314"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0" d="100"/>
          <a:sy n="90" d="100"/>
        </p:scale>
        <p:origin x="-236"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9E9F1-F123-4FE7-8E8E-47BA21ACAB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621A3F72-924D-49FC-934F-D58BE8C737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D324244B-5C55-4B0B-BFBF-0F0DB28DB361}"/>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5" name="Footer Placeholder 4">
            <a:extLst>
              <a:ext uri="{FF2B5EF4-FFF2-40B4-BE49-F238E27FC236}">
                <a16:creationId xmlns:a16="http://schemas.microsoft.com/office/drawing/2014/main" id="{CC7D589A-7D91-43C0-AEFE-9A8FD787B07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79FBC939-11A3-4EC9-BA1E-D7B6FBB9D0FB}"/>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3855261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D85FB-E8C3-4342-9149-8A7F9134CF57}"/>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788F565C-0BEC-468B-B716-55702A973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EE21AE4-B05F-4EB2-B833-2E6D2B70A362}"/>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5" name="Footer Placeholder 4">
            <a:extLst>
              <a:ext uri="{FF2B5EF4-FFF2-40B4-BE49-F238E27FC236}">
                <a16:creationId xmlns:a16="http://schemas.microsoft.com/office/drawing/2014/main" id="{D33A5F32-DB23-4858-8087-6BF1E7AA4C8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ACD0D999-2C82-4CEF-A24A-3228D21192A3}"/>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3068330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BA865-77C6-447C-ABBD-64DC04DC55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8D8E74EC-9979-4ED2-A61D-4A30918576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5EA67E-A0A9-4A59-972E-28F820A500DF}"/>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5" name="Footer Placeholder 4">
            <a:extLst>
              <a:ext uri="{FF2B5EF4-FFF2-40B4-BE49-F238E27FC236}">
                <a16:creationId xmlns:a16="http://schemas.microsoft.com/office/drawing/2014/main" id="{B5459047-04D3-4842-AA11-712ABB113D3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CC791C9-78B2-4C3D-94A2-44D08CA49000}"/>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321582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9E6D0-F321-4D50-B9E5-CAF5008C6DBA}"/>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51A92363-1B69-4E2F-AC63-C466AC9262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0ECC81FA-EC9E-4955-9652-FACCE134B2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EE8F75B4-DAC7-481D-BC18-FAB6801AF736}"/>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6" name="Footer Placeholder 5">
            <a:extLst>
              <a:ext uri="{FF2B5EF4-FFF2-40B4-BE49-F238E27FC236}">
                <a16:creationId xmlns:a16="http://schemas.microsoft.com/office/drawing/2014/main" id="{EA5E5618-FD69-4F25-8F9D-08E93584FDE7}"/>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3F117E86-782C-4E65-BEF4-60288E68737B}"/>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557214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F4769-BDC1-4862-8858-3D0FAAB59D2E}"/>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918EEACF-8AB2-4BDB-B1BB-650D4F0A72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F67FE0-03E3-4B42-993C-3D9BD6FDFC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333510E5-AF3A-45C5-BE5F-34EE093660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3FA1B4-E3FE-4926-8FD4-4A0E32E535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D0B6BA61-C930-4450-B3E5-D5D5D613F38C}"/>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8" name="Footer Placeholder 7">
            <a:extLst>
              <a:ext uri="{FF2B5EF4-FFF2-40B4-BE49-F238E27FC236}">
                <a16:creationId xmlns:a16="http://schemas.microsoft.com/office/drawing/2014/main" id="{EA64A059-632E-4AC0-B7A9-14FAF6CB8151}"/>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55289085-0A20-4296-B0A8-A6DE5AD53A8D}"/>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72057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3F54-5A6F-438D-8EFD-69FBA241DA69}"/>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9A6A0E07-041E-4999-9807-D32DAA733D50}"/>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4" name="Footer Placeholder 3">
            <a:extLst>
              <a:ext uri="{FF2B5EF4-FFF2-40B4-BE49-F238E27FC236}">
                <a16:creationId xmlns:a16="http://schemas.microsoft.com/office/drawing/2014/main" id="{E389129A-CAF6-429A-904B-E355EDFA4122}"/>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0C75AA38-2E89-4F35-AD45-F2E1B70C45BA}"/>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2854103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CCF44-D88C-48EC-BE5D-A4AA1B5D2A39}"/>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3" name="Footer Placeholder 2">
            <a:extLst>
              <a:ext uri="{FF2B5EF4-FFF2-40B4-BE49-F238E27FC236}">
                <a16:creationId xmlns:a16="http://schemas.microsoft.com/office/drawing/2014/main" id="{BFD852AF-0D7A-48C1-AC7A-A771BF094819}"/>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33AE6C0D-CFFF-4959-8127-903F42E1ADE3}"/>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2776698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B7494-CBA5-4ACC-9E7A-109B6E1ED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04096604-5CE0-4DD3-AA7E-7F63180C8C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98503FFE-531C-490B-BFC7-272E3C0249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E648A9-D73A-4205-A0E2-4F558619AEB0}"/>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6" name="Footer Placeholder 5">
            <a:extLst>
              <a:ext uri="{FF2B5EF4-FFF2-40B4-BE49-F238E27FC236}">
                <a16:creationId xmlns:a16="http://schemas.microsoft.com/office/drawing/2014/main" id="{EE7FC849-B698-4B4F-914C-D97FB6A0B27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3916CA21-0713-4150-919B-299BE1C8DF19}"/>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1877233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41BF-740F-4F33-9C6F-6300AC69C7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0C1EC3A3-E32B-42B6-A617-409B7AAED4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3D0A9A07-5314-4D2C-A11D-C59CE19FA6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FF28AC-404B-489B-A8FD-C2D0BF3C2EA5}"/>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6" name="Footer Placeholder 5">
            <a:extLst>
              <a:ext uri="{FF2B5EF4-FFF2-40B4-BE49-F238E27FC236}">
                <a16:creationId xmlns:a16="http://schemas.microsoft.com/office/drawing/2014/main" id="{2A6D8FA5-6433-454E-A49F-E26CA393F0EF}"/>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F759F8AF-8239-4503-956D-B18742583BB3}"/>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1160465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F349-D051-4B27-A137-8E1959BD3349}"/>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0993858D-561D-46A8-B7C5-0940B4D10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62517CB7-E32D-41F1-BBFB-35ED4582ECDD}"/>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5" name="Footer Placeholder 4">
            <a:extLst>
              <a:ext uri="{FF2B5EF4-FFF2-40B4-BE49-F238E27FC236}">
                <a16:creationId xmlns:a16="http://schemas.microsoft.com/office/drawing/2014/main" id="{EC5F85E8-6702-467C-91D8-BFDC916CF289}"/>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C96A7494-5BC4-42D2-91BE-615365A6AC32}"/>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3819867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13484-D3C9-4BDA-9CD5-93F59E0541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A811B44D-E3EB-460F-ACBA-B9D7DDF725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EC356ED0-E401-4509-85A7-CB9281236ECB}"/>
              </a:ext>
            </a:extLst>
          </p:cNvPr>
          <p:cNvSpPr>
            <a:spLocks noGrp="1"/>
          </p:cNvSpPr>
          <p:nvPr>
            <p:ph type="dt" sz="half" idx="10"/>
          </p:nvPr>
        </p:nvSpPr>
        <p:spPr/>
        <p:txBody>
          <a:bodyPr/>
          <a:lstStyle/>
          <a:p>
            <a:fld id="{C7DF3738-66FB-4C82-A4C7-FECE6A73C147}" type="datetimeFigureOut">
              <a:rPr lang="es-MX" smtClean="0"/>
              <a:t>28/02/2024</a:t>
            </a:fld>
            <a:endParaRPr lang="es-MX"/>
          </a:p>
        </p:txBody>
      </p:sp>
      <p:sp>
        <p:nvSpPr>
          <p:cNvPr id="5" name="Footer Placeholder 4">
            <a:extLst>
              <a:ext uri="{FF2B5EF4-FFF2-40B4-BE49-F238E27FC236}">
                <a16:creationId xmlns:a16="http://schemas.microsoft.com/office/drawing/2014/main" id="{19435ABD-EDB6-42B6-B5C3-0646E31B8864}"/>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B2485F76-1337-4B73-9F5A-E014C67E6D71}"/>
              </a:ext>
            </a:extLst>
          </p:cNvPr>
          <p:cNvSpPr>
            <a:spLocks noGrp="1"/>
          </p:cNvSpPr>
          <p:nvPr>
            <p:ph type="sldNum" sz="quarter" idx="12"/>
          </p:nvPr>
        </p:nvSpPr>
        <p:spPr/>
        <p:txBody>
          <a:bodyPr/>
          <a:lstStyle/>
          <a:p>
            <a:fld id="{6F83D948-CFC3-4896-B1AC-9D8B37269A6D}" type="slidenum">
              <a:rPr lang="es-MX" smtClean="0"/>
              <a:t>‹#›</a:t>
            </a:fld>
            <a:endParaRPr lang="es-MX"/>
          </a:p>
        </p:txBody>
      </p:sp>
    </p:spTree>
    <p:extLst>
      <p:ext uri="{BB962C8B-B14F-4D97-AF65-F5344CB8AC3E}">
        <p14:creationId xmlns:p14="http://schemas.microsoft.com/office/powerpoint/2010/main" val="4293392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BF38A-6C5F-4831-823B-B86938C1B2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3D669ED9-FD4F-4E99-A440-240AC30E73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DE615D2E-7605-43CD-AC64-C52498D4A1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F3738-66FB-4C82-A4C7-FECE6A73C147}" type="datetimeFigureOut">
              <a:rPr lang="es-MX" smtClean="0"/>
              <a:t>28/02/2024</a:t>
            </a:fld>
            <a:endParaRPr lang="es-MX"/>
          </a:p>
        </p:txBody>
      </p:sp>
      <p:sp>
        <p:nvSpPr>
          <p:cNvPr id="5" name="Footer Placeholder 4">
            <a:extLst>
              <a:ext uri="{FF2B5EF4-FFF2-40B4-BE49-F238E27FC236}">
                <a16:creationId xmlns:a16="http://schemas.microsoft.com/office/drawing/2014/main" id="{4B83DC8F-8585-428B-9B5A-2E0713DF04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a:extLst>
              <a:ext uri="{FF2B5EF4-FFF2-40B4-BE49-F238E27FC236}">
                <a16:creationId xmlns:a16="http://schemas.microsoft.com/office/drawing/2014/main" id="{68179966-4FBD-4E7A-8E57-6A52E6656B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83D948-CFC3-4896-B1AC-9D8B37269A6D}" type="slidenum">
              <a:rPr lang="es-MX" smtClean="0"/>
              <a:t>‹#›</a:t>
            </a:fld>
            <a:endParaRPr lang="es-MX"/>
          </a:p>
        </p:txBody>
      </p:sp>
    </p:spTree>
    <p:extLst>
      <p:ext uri="{BB962C8B-B14F-4D97-AF65-F5344CB8AC3E}">
        <p14:creationId xmlns:p14="http://schemas.microsoft.com/office/powerpoint/2010/main" val="14972841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CuadroTexto 12">
            <a:extLst>
              <a:ext uri="{FF2B5EF4-FFF2-40B4-BE49-F238E27FC236}">
                <a16:creationId xmlns:a16="http://schemas.microsoft.com/office/drawing/2014/main" id="{B4632870-3B3C-483D-AC2B-0E1425564823}"/>
              </a:ext>
            </a:extLst>
          </p:cNvPr>
          <p:cNvSpPr txBox="1"/>
          <p:nvPr/>
        </p:nvSpPr>
        <p:spPr>
          <a:xfrm>
            <a:off x="2909454" y="74311"/>
            <a:ext cx="500610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srgbClr val="111111"/>
                </a:solidFill>
                <a:effectLst/>
                <a:uLnTx/>
                <a:uFillTx/>
                <a:latin typeface="Calibri" panose="020F0502020204030204"/>
                <a:ea typeface="+mn-ea"/>
                <a:cs typeface="+mn-cs"/>
              </a:rPr>
              <a:t>Unidad II</a:t>
            </a:r>
            <a:endParaRPr kumimoji="0" lang="es-MX"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CuadroTexto 6">
            <a:extLst>
              <a:ext uri="{FF2B5EF4-FFF2-40B4-BE49-F238E27FC236}">
                <a16:creationId xmlns:a16="http://schemas.microsoft.com/office/drawing/2014/main" id="{FBB3DC3D-063D-4521-80A5-72E47F977F38}"/>
              </a:ext>
            </a:extLst>
          </p:cNvPr>
          <p:cNvSpPr txBox="1"/>
          <p:nvPr/>
        </p:nvSpPr>
        <p:spPr>
          <a:xfrm>
            <a:off x="300195" y="1614647"/>
            <a:ext cx="11069420"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La relación de composición es un tipo especial de asociación entre clases que representa una fuerte relación entre un todo con sus partes constituyentes. Si la clase que representa el todo se elimina, las clases que las componen también se eliminarán en el sistema.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En Java, </a:t>
            </a:r>
            <a:r>
              <a:rPr lang="es-MX" b="1" i="1" dirty="0"/>
              <a:t>la relación de composición se modela dentro de la clase que representa el todo</a:t>
            </a:r>
            <a:r>
              <a:rPr lang="es-MX" dirty="0"/>
              <a:t>. Las partes constituyentes deben ser </a:t>
            </a:r>
            <a:r>
              <a:rPr lang="es-MX" b="1" dirty="0"/>
              <a:t>atributos de la clase</a:t>
            </a:r>
            <a:r>
              <a:rPr lang="es-MX" dirty="0"/>
              <a:t>. Además, </a:t>
            </a:r>
            <a:r>
              <a:rPr lang="es-MX" b="1" dirty="0"/>
              <a:t>dentro del constructor de la clase que representa el todo</a:t>
            </a:r>
            <a:r>
              <a:rPr lang="es-MX" dirty="0"/>
              <a:t> se </a:t>
            </a:r>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deben instanciar los objetos que representan las partes y asignarlos a sus respectivos atributos.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 </a:t>
            </a:r>
            <a:r>
              <a:rPr lang="es-MX" dirty="0">
                <a:solidFill>
                  <a:prstClr val="black"/>
                </a:solidFill>
                <a:latin typeface="Calibri" panose="020F0502020204030204"/>
              </a:rPr>
              <a:t>En este tipo de relación, la clase principal (la que contiene a la otra clase) es responsable </a:t>
            </a:r>
            <a:r>
              <a:rPr lang="es-MX" b="1" dirty="0">
                <a:solidFill>
                  <a:prstClr val="black"/>
                </a:solidFill>
                <a:latin typeface="Calibri" panose="020F0502020204030204"/>
              </a:rPr>
              <a:t>de crear y destruir los objetos contenidos.</a:t>
            </a: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n 5">
            <a:extLst>
              <a:ext uri="{FF2B5EF4-FFF2-40B4-BE49-F238E27FC236}">
                <a16:creationId xmlns:a16="http://schemas.microsoft.com/office/drawing/2014/main" id="{A3F90240-D997-1497-F5E1-9CC621683063}"/>
              </a:ext>
            </a:extLst>
          </p:cNvPr>
          <p:cNvPicPr>
            <a:picLocks noChangeAspect="1"/>
          </p:cNvPicPr>
          <p:nvPr/>
        </p:nvPicPr>
        <p:blipFill>
          <a:blip r:embed="rId3"/>
          <a:stretch>
            <a:fillRect/>
          </a:stretch>
        </p:blipFill>
        <p:spPr>
          <a:xfrm>
            <a:off x="3095590" y="4390845"/>
            <a:ext cx="4374885" cy="2151584"/>
          </a:xfrm>
          <a:prstGeom prst="rect">
            <a:avLst/>
          </a:prstGeom>
        </p:spPr>
      </p:pic>
    </p:spTree>
    <p:extLst>
      <p:ext uri="{BB962C8B-B14F-4D97-AF65-F5344CB8AC3E}">
        <p14:creationId xmlns:p14="http://schemas.microsoft.com/office/powerpoint/2010/main" val="4233084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3285513-40F5-E4C4-3878-1F97C9A9D8E4}"/>
            </a:ext>
          </a:extLst>
        </p:cNvPr>
        <p:cNvGrpSpPr/>
        <p:nvPr/>
      </p:nvGrpSpPr>
      <p:grpSpPr>
        <a:xfrm>
          <a:off x="0" y="0"/>
          <a:ext cx="0" cy="0"/>
          <a:chOff x="0" y="0"/>
          <a:chExt cx="0" cy="0"/>
        </a:xfrm>
      </p:grpSpPr>
      <p:sp>
        <p:nvSpPr>
          <p:cNvPr id="13" name="CuadroTexto 12">
            <a:extLst>
              <a:ext uri="{FF2B5EF4-FFF2-40B4-BE49-F238E27FC236}">
                <a16:creationId xmlns:a16="http://schemas.microsoft.com/office/drawing/2014/main" id="{FFDB8000-15D3-58B4-56AD-61C4A5403817}"/>
              </a:ext>
            </a:extLst>
          </p:cNvPr>
          <p:cNvSpPr txBox="1"/>
          <p:nvPr/>
        </p:nvSpPr>
        <p:spPr>
          <a:xfrm>
            <a:off x="2909454" y="74311"/>
            <a:ext cx="500610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srgbClr val="111111"/>
                </a:solidFill>
                <a:effectLst/>
                <a:uLnTx/>
                <a:uFillTx/>
                <a:latin typeface="Calibri" panose="020F0502020204030204"/>
                <a:ea typeface="+mn-ea"/>
                <a:cs typeface="+mn-cs"/>
              </a:rPr>
              <a:t>Unidad II</a:t>
            </a:r>
            <a:endParaRPr kumimoji="0" lang="es-MX"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1FA4CC95-ADBE-4B79-E06D-D79430D6740F}"/>
              </a:ext>
            </a:extLst>
          </p:cNvPr>
          <p:cNvPicPr>
            <a:picLocks noChangeAspect="1"/>
          </p:cNvPicPr>
          <p:nvPr/>
        </p:nvPicPr>
        <p:blipFill>
          <a:blip r:embed="rId3"/>
          <a:stretch>
            <a:fillRect/>
          </a:stretch>
        </p:blipFill>
        <p:spPr>
          <a:xfrm>
            <a:off x="308477" y="1652386"/>
            <a:ext cx="6312310" cy="4092805"/>
          </a:xfrm>
          <a:prstGeom prst="rect">
            <a:avLst/>
          </a:prstGeom>
        </p:spPr>
      </p:pic>
      <p:sp>
        <p:nvSpPr>
          <p:cNvPr id="4" name="CuadroTexto 3">
            <a:extLst>
              <a:ext uri="{FF2B5EF4-FFF2-40B4-BE49-F238E27FC236}">
                <a16:creationId xmlns:a16="http://schemas.microsoft.com/office/drawing/2014/main" id="{E544D28E-2C35-F143-634C-3E908A8E8847}"/>
              </a:ext>
            </a:extLst>
          </p:cNvPr>
          <p:cNvSpPr txBox="1"/>
          <p:nvPr/>
        </p:nvSpPr>
        <p:spPr>
          <a:xfrm>
            <a:off x="6771737" y="2078967"/>
            <a:ext cx="4399471" cy="3139321"/>
          </a:xfrm>
          <a:prstGeom prst="rect">
            <a:avLst/>
          </a:prstGeom>
          <a:noFill/>
        </p:spPr>
        <p:txBody>
          <a:bodyPr wrap="square" rtlCol="0">
            <a:spAutoFit/>
          </a:bodyPr>
          <a:lstStyle/>
          <a:p>
            <a:r>
              <a:rPr lang="es-MX" dirty="0"/>
              <a:t>La clase Sabana es responsable de crear y destruir los objetos de la clase Asignatura</a:t>
            </a:r>
          </a:p>
          <a:p>
            <a:endParaRPr lang="es-MX" dirty="0"/>
          </a:p>
          <a:p>
            <a:r>
              <a:rPr lang="es-MX" dirty="0"/>
              <a:t>La relación de composición se representa como una línea continua, en un extremo hay un rombo negro.</a:t>
            </a:r>
          </a:p>
          <a:p>
            <a:endParaRPr lang="es-MX" dirty="0"/>
          </a:p>
          <a:p>
            <a:r>
              <a:rPr lang="es-MX" dirty="0"/>
              <a:t>Es decir, la composición agrupa uno o más objetos para construir una clase, de manera que las instancias de esta nueva clase contienen uno o más objetos de otras clases</a:t>
            </a:r>
          </a:p>
        </p:txBody>
      </p:sp>
    </p:spTree>
    <p:extLst>
      <p:ext uri="{BB962C8B-B14F-4D97-AF65-F5344CB8AC3E}">
        <p14:creationId xmlns:p14="http://schemas.microsoft.com/office/powerpoint/2010/main" val="4107388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806294D-F340-3699-0CE4-7E6E7C4B1BBF}"/>
            </a:ext>
          </a:extLst>
        </p:cNvPr>
        <p:cNvGrpSpPr/>
        <p:nvPr/>
      </p:nvGrpSpPr>
      <p:grpSpPr>
        <a:xfrm>
          <a:off x="0" y="0"/>
          <a:ext cx="0" cy="0"/>
          <a:chOff x="0" y="0"/>
          <a:chExt cx="0" cy="0"/>
        </a:xfrm>
      </p:grpSpPr>
      <p:sp>
        <p:nvSpPr>
          <p:cNvPr id="13" name="CuadroTexto 12">
            <a:extLst>
              <a:ext uri="{FF2B5EF4-FFF2-40B4-BE49-F238E27FC236}">
                <a16:creationId xmlns:a16="http://schemas.microsoft.com/office/drawing/2014/main" id="{C0E73BBB-F1B1-3056-255D-1B74E7E4E40A}"/>
              </a:ext>
            </a:extLst>
          </p:cNvPr>
          <p:cNvSpPr txBox="1"/>
          <p:nvPr/>
        </p:nvSpPr>
        <p:spPr>
          <a:xfrm>
            <a:off x="2909454" y="74311"/>
            <a:ext cx="500610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srgbClr val="111111"/>
                </a:solidFill>
                <a:effectLst/>
                <a:uLnTx/>
                <a:uFillTx/>
                <a:latin typeface="Calibri" panose="020F0502020204030204"/>
                <a:ea typeface="+mn-ea"/>
                <a:cs typeface="+mn-cs"/>
              </a:rPr>
              <a:t>Unidad II</a:t>
            </a:r>
            <a:endParaRPr kumimoji="0" lang="es-MX"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n 6">
            <a:extLst>
              <a:ext uri="{FF2B5EF4-FFF2-40B4-BE49-F238E27FC236}">
                <a16:creationId xmlns:a16="http://schemas.microsoft.com/office/drawing/2014/main" id="{B23D131C-AB24-E5C8-9ED2-4DDA88F1FFDB}"/>
              </a:ext>
            </a:extLst>
          </p:cNvPr>
          <p:cNvPicPr>
            <a:picLocks noChangeAspect="1"/>
          </p:cNvPicPr>
          <p:nvPr/>
        </p:nvPicPr>
        <p:blipFill>
          <a:blip r:embed="rId3"/>
          <a:stretch>
            <a:fillRect/>
          </a:stretch>
        </p:blipFill>
        <p:spPr>
          <a:xfrm>
            <a:off x="2410662" y="1249371"/>
            <a:ext cx="6789472" cy="4547580"/>
          </a:xfrm>
          <a:prstGeom prst="rect">
            <a:avLst/>
          </a:prstGeom>
        </p:spPr>
      </p:pic>
    </p:spTree>
    <p:extLst>
      <p:ext uri="{BB962C8B-B14F-4D97-AF65-F5344CB8AC3E}">
        <p14:creationId xmlns:p14="http://schemas.microsoft.com/office/powerpoint/2010/main" val="64109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25E32BD-0EE6-9358-F002-FAC4B5DDFA19}"/>
            </a:ext>
          </a:extLst>
        </p:cNvPr>
        <p:cNvGrpSpPr/>
        <p:nvPr/>
      </p:nvGrpSpPr>
      <p:grpSpPr>
        <a:xfrm>
          <a:off x="0" y="0"/>
          <a:ext cx="0" cy="0"/>
          <a:chOff x="0" y="0"/>
          <a:chExt cx="0" cy="0"/>
        </a:xfrm>
      </p:grpSpPr>
      <p:sp>
        <p:nvSpPr>
          <p:cNvPr id="13" name="CuadroTexto 12">
            <a:extLst>
              <a:ext uri="{FF2B5EF4-FFF2-40B4-BE49-F238E27FC236}">
                <a16:creationId xmlns:a16="http://schemas.microsoft.com/office/drawing/2014/main" id="{740FBE24-7EFE-D7A5-B123-BDD119902D4F}"/>
              </a:ext>
            </a:extLst>
          </p:cNvPr>
          <p:cNvSpPr txBox="1"/>
          <p:nvPr/>
        </p:nvSpPr>
        <p:spPr>
          <a:xfrm>
            <a:off x="2909454" y="74311"/>
            <a:ext cx="500610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1" i="0" u="none" strike="noStrike" kern="1200" cap="none" spc="0" normalizeH="0" baseline="0" noProof="0">
                <a:ln>
                  <a:noFill/>
                </a:ln>
                <a:solidFill>
                  <a:srgbClr val="111111"/>
                </a:solidFill>
                <a:effectLst/>
                <a:uLnTx/>
                <a:uFillTx/>
                <a:latin typeface="Calibri" panose="020F0502020204030204"/>
                <a:ea typeface="+mn-ea"/>
                <a:cs typeface="+mn-cs"/>
              </a:rPr>
              <a:t>Unidad II</a:t>
            </a:r>
            <a:endParaRPr kumimoji="0" lang="es-MX"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n 2">
            <a:extLst>
              <a:ext uri="{FF2B5EF4-FFF2-40B4-BE49-F238E27FC236}">
                <a16:creationId xmlns:a16="http://schemas.microsoft.com/office/drawing/2014/main" id="{1A9C5725-32B8-8D8B-C938-B13E04A46ACE}"/>
              </a:ext>
            </a:extLst>
          </p:cNvPr>
          <p:cNvPicPr>
            <a:picLocks noChangeAspect="1"/>
          </p:cNvPicPr>
          <p:nvPr/>
        </p:nvPicPr>
        <p:blipFill>
          <a:blip r:embed="rId3"/>
          <a:stretch>
            <a:fillRect/>
          </a:stretch>
        </p:blipFill>
        <p:spPr>
          <a:xfrm>
            <a:off x="2641120" y="1012205"/>
            <a:ext cx="6702725" cy="5685220"/>
          </a:xfrm>
          <a:prstGeom prst="rect">
            <a:avLst/>
          </a:prstGeom>
        </p:spPr>
      </p:pic>
    </p:spTree>
    <p:extLst>
      <p:ext uri="{BB962C8B-B14F-4D97-AF65-F5344CB8AC3E}">
        <p14:creationId xmlns:p14="http://schemas.microsoft.com/office/powerpoint/2010/main" val="4291050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0D82CE2EE85AC34097030E55FE5C42A0" ma:contentTypeVersion="4" ma:contentTypeDescription="Crear nuevo documento." ma:contentTypeScope="" ma:versionID="ed6f34841f60c91c8b0cb8d858d01ad2">
  <xsd:schema xmlns:xsd="http://www.w3.org/2001/XMLSchema" xmlns:xs="http://www.w3.org/2001/XMLSchema" xmlns:p="http://schemas.microsoft.com/office/2006/metadata/properties" xmlns:ns2="d00e7dac-3864-4e2e-b020-1f5f784ab1d5" targetNamespace="http://schemas.microsoft.com/office/2006/metadata/properties" ma:root="true" ma:fieldsID="b13067582cfb743fcb5df41f603c5f44" ns2:_="">
    <xsd:import namespace="d00e7dac-3864-4e2e-b020-1f5f784ab1d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0e7dac-3864-4e2e-b020-1f5f784ab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BAFAC0-5769-48FD-AE6A-9BC809EBECB9}">
  <ds:schemaRefs>
    <ds:schemaRef ds:uri="http://schemas.microsoft.com/sharepoint/v3/contenttype/forms"/>
  </ds:schemaRefs>
</ds:datastoreItem>
</file>

<file path=customXml/itemProps2.xml><?xml version="1.0" encoding="utf-8"?>
<ds:datastoreItem xmlns:ds="http://schemas.openxmlformats.org/officeDocument/2006/customXml" ds:itemID="{247AD222-F3FD-4024-ABE1-8563CB5B1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0e7dac-3864-4e2e-b020-1f5f784ab1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FAF9DE-56D0-4D6F-8A5F-10F5FBB9BB1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464</TotalTime>
  <Words>206</Words>
  <Application>Microsoft Office PowerPoint</Application>
  <PresentationFormat>Widescreen</PresentationFormat>
  <Paragraphs>15</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Montoto Gonzalez Adriana</dc:creator>
  <cp:lastModifiedBy>Montoto Gonzalez Adriana</cp:lastModifiedBy>
  <cp:revision>15</cp:revision>
  <dcterms:created xsi:type="dcterms:W3CDTF">2023-09-25T02:23:16Z</dcterms:created>
  <dcterms:modified xsi:type="dcterms:W3CDTF">2024-02-28T14:38:15Z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0x0101000D82CE2EE85AC34097030E55FE5C42A0</vt:lpwstr>
  </property>
</Properties>
</file>